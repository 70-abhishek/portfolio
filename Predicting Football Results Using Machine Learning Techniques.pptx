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3.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4.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5.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6.xml" ContentType="application/vnd.openxmlformats-officedocument.theme+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7.xml" ContentType="application/vnd.openxmlformats-officedocument.theme+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theme/theme8.xml" ContentType="application/vnd.openxmlformats-officedocument.theme+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9.xml" ContentType="application/vnd.openxmlformats-officedocument.theme+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theme/theme10.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 id="2147483714" r:id="rId2"/>
    <p:sldMasterId id="2147483750" r:id="rId3"/>
    <p:sldMasterId id="2147483804" r:id="rId4"/>
    <p:sldMasterId id="2147483822" r:id="rId5"/>
    <p:sldMasterId id="2147483840" r:id="rId6"/>
    <p:sldMasterId id="2147483858" r:id="rId7"/>
    <p:sldMasterId id="2147483876" r:id="rId8"/>
    <p:sldMasterId id="2147483894" r:id="rId9"/>
    <p:sldMasterId id="2147483912" r:id="rId10"/>
  </p:sldMasterIdLst>
  <p:sldIdLst>
    <p:sldId id="256" r:id="rId11"/>
    <p:sldId id="257" r:id="rId12"/>
    <p:sldId id="258" r:id="rId13"/>
    <p:sldId id="259" r:id="rId14"/>
    <p:sldId id="276" r:id="rId15"/>
    <p:sldId id="260" r:id="rId16"/>
    <p:sldId id="261" r:id="rId17"/>
    <p:sldId id="262" r:id="rId18"/>
    <p:sldId id="263" r:id="rId19"/>
    <p:sldId id="264" r:id="rId20"/>
    <p:sldId id="270" r:id="rId21"/>
    <p:sldId id="268" r:id="rId22"/>
    <p:sldId id="269" r:id="rId23"/>
    <p:sldId id="271" r:id="rId24"/>
    <p:sldId id="272" r:id="rId25"/>
    <p:sldId id="273" r:id="rId26"/>
    <p:sldId id="274" r:id="rId27"/>
    <p:sldId id="275"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 Type="http://schemas.openxmlformats.org/officeDocument/2006/relationships/slideMaster" Target="slideMasters/slideMaster3.xml"/><Relationship Id="rId21" Type="http://schemas.openxmlformats.org/officeDocument/2006/relationships/slide" Target="slides/slide11.xml"/><Relationship Id="rId7" Type="http://schemas.openxmlformats.org/officeDocument/2006/relationships/slideMaster" Target="slideMasters/slideMaster7.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10" Type="http://schemas.openxmlformats.org/officeDocument/2006/relationships/slideMaster" Target="slideMasters/slideMaster10.xml"/><Relationship Id="rId19" Type="http://schemas.openxmlformats.org/officeDocument/2006/relationships/slide" Target="slides/slide9.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a:xfrm>
            <a:off x="5332412" y="5883275"/>
            <a:ext cx="4324044" cy="365125"/>
          </a:xfrm>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64276640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xfrm>
            <a:off x="10951856" y="5867131"/>
            <a:ext cx="551167" cy="365125"/>
          </a:xfrm>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77446734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9618011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45257153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95034427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549857327"/>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63816737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32496406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5069897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68960217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05782867"/>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85872274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08370377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404899127"/>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84116290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0401387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89085910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a:xfrm>
            <a:off x="5332412" y="5883275"/>
            <a:ext cx="4324044" cy="365125"/>
          </a:xfrm>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78484077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xfrm>
            <a:off x="10951856" y="5867131"/>
            <a:ext cx="551167" cy="365125"/>
          </a:xfrm>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44415234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78867731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10009254"/>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89129276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616132190"/>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245849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683254797"/>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68044223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47759805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44867723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19890477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8207739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41248229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75023393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148296367"/>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312970717"/>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a:xfrm>
            <a:off x="5332412" y="5883275"/>
            <a:ext cx="4324044" cy="365125"/>
          </a:xfrm>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379485430"/>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xfrm>
            <a:off x="10951856" y="5867131"/>
            <a:ext cx="551167" cy="365125"/>
          </a:xfrm>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30986317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18402802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948492980"/>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51501751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61518100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72988405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705655657"/>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36321242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3320178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70082652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716140250"/>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83150705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61237778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03629524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20949823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87322221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a:xfrm>
            <a:off x="5332412" y="5883275"/>
            <a:ext cx="4324044" cy="365125"/>
          </a:xfrm>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0283780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xfrm>
            <a:off x="10951856" y="5867131"/>
            <a:ext cx="551167" cy="365125"/>
          </a:xfrm>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69194489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17365565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57561299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5638269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88517888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54886366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93268350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10354675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588129864"/>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56506253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96840483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67342500"/>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73853269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64711060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067557790"/>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69133947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a:xfrm>
            <a:off x="5332412" y="5883275"/>
            <a:ext cx="4324044" cy="365125"/>
          </a:xfrm>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31779459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xfrm>
            <a:off x="10951856" y="5867131"/>
            <a:ext cx="551167" cy="365125"/>
          </a:xfrm>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553993007"/>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171393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10838995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88147594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40077790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93852699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40756547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71051258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67251279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74022881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59110015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094331984"/>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657092010"/>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19917486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04088618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83515201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a:xfrm>
            <a:off x="5332412" y="5883275"/>
            <a:ext cx="4324044" cy="365125"/>
          </a:xfrm>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65254788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xfrm>
            <a:off x="10951856" y="5867131"/>
            <a:ext cx="551167" cy="365125"/>
          </a:xfrm>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599584917"/>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949573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026375900"/>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37330214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528316674"/>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45393487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312417280"/>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00218613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28494939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289849740"/>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3644564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59455176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92900021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65389252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20377849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65845604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a:xfrm>
            <a:off x="5332412" y="5883275"/>
            <a:ext cx="4324044" cy="365125"/>
          </a:xfrm>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27591602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xfrm>
            <a:off x="10951856" y="5867131"/>
            <a:ext cx="551167" cy="365125"/>
          </a:xfrm>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598781754"/>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39296157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18668854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57358329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03813258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9124164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96331780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33680028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6476069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41877094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13722887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15917041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559897737"/>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49532618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21524763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5491349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a:xfrm>
            <a:off x="5332412" y="5883275"/>
            <a:ext cx="4324044" cy="365125"/>
          </a:xfrm>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65068108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xfrm>
            <a:off x="10951856" y="5867131"/>
            <a:ext cx="551167" cy="365125"/>
          </a:xfrm>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17066917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7444388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55209652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41485933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32788095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006500820"/>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000511047"/>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88568562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69704191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47149102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65567363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01261542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17294913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66148143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63114537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649871954"/>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a:xfrm>
            <a:off x="5332412" y="5883275"/>
            <a:ext cx="4324044" cy="365125"/>
          </a:xfrm>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91781730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xfrm>
            <a:off x="10951856" y="5867131"/>
            <a:ext cx="551167" cy="365125"/>
          </a:xfrm>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38702656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743702294"/>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50369157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80332196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59635491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69923980"/>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415925817"/>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29948080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92603583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50844813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18879286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69435496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3417956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70504311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67270122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33923872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a:xfrm>
            <a:off x="5332412" y="5883275"/>
            <a:ext cx="4324044" cy="365125"/>
          </a:xfrm>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48314411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xfrm>
            <a:off x="10951856" y="5867131"/>
            <a:ext cx="551167" cy="365125"/>
          </a:xfrm>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52698250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595554720"/>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66590878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66563905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91846593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478687864"/>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98733262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52882524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38166068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366266607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38623184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127641875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2632758364"/>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865649846"/>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6304638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Layouts/slideLayout1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18C5FD-A6B0-4F04-801A-25CD2E20D389}" type="datetimeFigureOut">
              <a:rPr lang="en-IN" smtClean="0"/>
              <a:t>12-01-2025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0076770E-00F5-4769-BFF3-41ABB99D916E}" type="slidenum">
              <a:rPr lang="en-IN" smtClean="0"/>
              <a:t>‹#›</a:t>
            </a:fld>
            <a:endParaRPr lang="en-IN" dirty="0"/>
          </a:p>
        </p:txBody>
      </p:sp>
    </p:spTree>
    <p:extLst>
      <p:ext uri="{BB962C8B-B14F-4D97-AF65-F5344CB8AC3E}">
        <p14:creationId xmlns:p14="http://schemas.microsoft.com/office/powerpoint/2010/main" val="401809459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theme" Target="../theme/theme3.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5" Type="http://schemas.openxmlformats.org/officeDocument/2006/relationships/slideLayout" Target="../slideLayouts/slideLayout4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18" Type="http://schemas.openxmlformats.org/officeDocument/2006/relationships/theme" Target="../theme/theme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slideLayout" Target="../slideLayouts/slideLayout81.xml"/><Relationship Id="rId18" Type="http://schemas.openxmlformats.org/officeDocument/2006/relationships/theme" Target="../theme/theme5.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 Type="http://schemas.openxmlformats.org/officeDocument/2006/relationships/slideLayout" Target="../slideLayouts/slideLayout70.xml"/><Relationship Id="rId16" Type="http://schemas.openxmlformats.org/officeDocument/2006/relationships/slideLayout" Target="../slideLayouts/slideLayout84.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5" Type="http://schemas.openxmlformats.org/officeDocument/2006/relationships/slideLayout" Target="../slideLayouts/slideLayout8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slideLayout" Target="../slideLayouts/slideLayout8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93.xml"/><Relationship Id="rId13" Type="http://schemas.openxmlformats.org/officeDocument/2006/relationships/slideLayout" Target="../slideLayouts/slideLayout98.xml"/><Relationship Id="rId18" Type="http://schemas.openxmlformats.org/officeDocument/2006/relationships/theme" Target="../theme/theme6.xml"/><Relationship Id="rId3" Type="http://schemas.openxmlformats.org/officeDocument/2006/relationships/slideLayout" Target="../slideLayouts/slideLayout88.xml"/><Relationship Id="rId7" Type="http://schemas.openxmlformats.org/officeDocument/2006/relationships/slideLayout" Target="../slideLayouts/slideLayout92.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 Type="http://schemas.openxmlformats.org/officeDocument/2006/relationships/slideLayout" Target="../slideLayouts/slideLayout87.xml"/><Relationship Id="rId16" Type="http://schemas.openxmlformats.org/officeDocument/2006/relationships/slideLayout" Target="../slideLayouts/slideLayout101.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5" Type="http://schemas.openxmlformats.org/officeDocument/2006/relationships/slideLayout" Target="../slideLayouts/slideLayout90.xml"/><Relationship Id="rId15" Type="http://schemas.openxmlformats.org/officeDocument/2006/relationships/slideLayout" Target="../slideLayouts/slideLayout100.xml"/><Relationship Id="rId10" Type="http://schemas.openxmlformats.org/officeDocument/2006/relationships/slideLayout" Target="../slideLayouts/slideLayout95.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10.xml"/><Relationship Id="rId13" Type="http://schemas.openxmlformats.org/officeDocument/2006/relationships/slideLayout" Target="../slideLayouts/slideLayout115.xml"/><Relationship Id="rId18" Type="http://schemas.openxmlformats.org/officeDocument/2006/relationships/theme" Target="../theme/theme7.xml"/><Relationship Id="rId3" Type="http://schemas.openxmlformats.org/officeDocument/2006/relationships/slideLayout" Target="../slideLayouts/slideLayout105.xml"/><Relationship Id="rId7" Type="http://schemas.openxmlformats.org/officeDocument/2006/relationships/slideLayout" Target="../slideLayouts/slideLayout109.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1" Type="http://schemas.openxmlformats.org/officeDocument/2006/relationships/slideLayout" Target="../slideLayouts/slideLayout103.xml"/><Relationship Id="rId6" Type="http://schemas.openxmlformats.org/officeDocument/2006/relationships/slideLayout" Target="../slideLayouts/slideLayout108.xml"/><Relationship Id="rId11" Type="http://schemas.openxmlformats.org/officeDocument/2006/relationships/slideLayout" Target="../slideLayouts/slideLayout113.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10" Type="http://schemas.openxmlformats.org/officeDocument/2006/relationships/slideLayout" Target="../slideLayouts/slideLayout112.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27.xml"/><Relationship Id="rId13" Type="http://schemas.openxmlformats.org/officeDocument/2006/relationships/slideLayout" Target="../slideLayouts/slideLayout132.xml"/><Relationship Id="rId18" Type="http://schemas.openxmlformats.org/officeDocument/2006/relationships/theme" Target="../theme/theme8.xml"/><Relationship Id="rId3" Type="http://schemas.openxmlformats.org/officeDocument/2006/relationships/slideLayout" Target="../slideLayouts/slideLayout122.xml"/><Relationship Id="rId7" Type="http://schemas.openxmlformats.org/officeDocument/2006/relationships/slideLayout" Target="../slideLayouts/slideLayout126.xml"/><Relationship Id="rId12" Type="http://schemas.openxmlformats.org/officeDocument/2006/relationships/slideLayout" Target="../slideLayouts/slideLayout131.xml"/><Relationship Id="rId17" Type="http://schemas.openxmlformats.org/officeDocument/2006/relationships/slideLayout" Target="../slideLayouts/slideLayout136.xml"/><Relationship Id="rId2" Type="http://schemas.openxmlformats.org/officeDocument/2006/relationships/slideLayout" Target="../slideLayouts/slideLayout121.xml"/><Relationship Id="rId16" Type="http://schemas.openxmlformats.org/officeDocument/2006/relationships/slideLayout" Target="../slideLayouts/slideLayout135.xml"/><Relationship Id="rId1" Type="http://schemas.openxmlformats.org/officeDocument/2006/relationships/slideLayout" Target="../slideLayouts/slideLayout120.xml"/><Relationship Id="rId6" Type="http://schemas.openxmlformats.org/officeDocument/2006/relationships/slideLayout" Target="../slideLayouts/slideLayout125.xml"/><Relationship Id="rId11" Type="http://schemas.openxmlformats.org/officeDocument/2006/relationships/slideLayout" Target="../slideLayouts/slideLayout130.xml"/><Relationship Id="rId5" Type="http://schemas.openxmlformats.org/officeDocument/2006/relationships/slideLayout" Target="../slideLayouts/slideLayout124.xml"/><Relationship Id="rId15" Type="http://schemas.openxmlformats.org/officeDocument/2006/relationships/slideLayout" Target="../slideLayouts/slideLayout134.xml"/><Relationship Id="rId10" Type="http://schemas.openxmlformats.org/officeDocument/2006/relationships/slideLayout" Target="../slideLayouts/slideLayout129.xml"/><Relationship Id="rId4" Type="http://schemas.openxmlformats.org/officeDocument/2006/relationships/slideLayout" Target="../slideLayouts/slideLayout123.xml"/><Relationship Id="rId9" Type="http://schemas.openxmlformats.org/officeDocument/2006/relationships/slideLayout" Target="../slideLayouts/slideLayout128.xml"/><Relationship Id="rId14" Type="http://schemas.openxmlformats.org/officeDocument/2006/relationships/slideLayout" Target="../slideLayouts/slideLayout13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44.xml"/><Relationship Id="rId13" Type="http://schemas.openxmlformats.org/officeDocument/2006/relationships/slideLayout" Target="../slideLayouts/slideLayout149.xml"/><Relationship Id="rId18" Type="http://schemas.openxmlformats.org/officeDocument/2006/relationships/theme" Target="../theme/theme9.xml"/><Relationship Id="rId3" Type="http://schemas.openxmlformats.org/officeDocument/2006/relationships/slideLayout" Target="../slideLayouts/slideLayout139.xml"/><Relationship Id="rId7" Type="http://schemas.openxmlformats.org/officeDocument/2006/relationships/slideLayout" Target="../slideLayouts/slideLayout143.xml"/><Relationship Id="rId12" Type="http://schemas.openxmlformats.org/officeDocument/2006/relationships/slideLayout" Target="../slideLayouts/slideLayout148.xml"/><Relationship Id="rId17" Type="http://schemas.openxmlformats.org/officeDocument/2006/relationships/slideLayout" Target="../slideLayouts/slideLayout153.xml"/><Relationship Id="rId2" Type="http://schemas.openxmlformats.org/officeDocument/2006/relationships/slideLayout" Target="../slideLayouts/slideLayout138.xml"/><Relationship Id="rId16" Type="http://schemas.openxmlformats.org/officeDocument/2006/relationships/slideLayout" Target="../slideLayouts/slideLayout152.xml"/><Relationship Id="rId1" Type="http://schemas.openxmlformats.org/officeDocument/2006/relationships/slideLayout" Target="../slideLayouts/slideLayout137.xml"/><Relationship Id="rId6" Type="http://schemas.openxmlformats.org/officeDocument/2006/relationships/slideLayout" Target="../slideLayouts/slideLayout142.xml"/><Relationship Id="rId11" Type="http://schemas.openxmlformats.org/officeDocument/2006/relationships/slideLayout" Target="../slideLayouts/slideLayout147.xml"/><Relationship Id="rId5" Type="http://schemas.openxmlformats.org/officeDocument/2006/relationships/slideLayout" Target="../slideLayouts/slideLayout141.xml"/><Relationship Id="rId15" Type="http://schemas.openxmlformats.org/officeDocument/2006/relationships/slideLayout" Target="../slideLayouts/slideLayout151.xml"/><Relationship Id="rId10" Type="http://schemas.openxmlformats.org/officeDocument/2006/relationships/slideLayout" Target="../slideLayouts/slideLayout146.xml"/><Relationship Id="rId4" Type="http://schemas.openxmlformats.org/officeDocument/2006/relationships/slideLayout" Target="../slideLayouts/slideLayout140.xml"/><Relationship Id="rId9" Type="http://schemas.openxmlformats.org/officeDocument/2006/relationships/slideLayout" Target="../slideLayouts/slideLayout145.xml"/><Relationship Id="rId14" Type="http://schemas.openxmlformats.org/officeDocument/2006/relationships/slideLayout" Target="../slideLayouts/slideLayout150.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61.xml"/><Relationship Id="rId13" Type="http://schemas.openxmlformats.org/officeDocument/2006/relationships/slideLayout" Target="../slideLayouts/slideLayout166.xml"/><Relationship Id="rId18" Type="http://schemas.openxmlformats.org/officeDocument/2006/relationships/theme" Target="../theme/theme10.xml"/><Relationship Id="rId3" Type="http://schemas.openxmlformats.org/officeDocument/2006/relationships/slideLayout" Target="../slideLayouts/slideLayout156.xml"/><Relationship Id="rId7" Type="http://schemas.openxmlformats.org/officeDocument/2006/relationships/slideLayout" Target="../slideLayouts/slideLayout160.xml"/><Relationship Id="rId12" Type="http://schemas.openxmlformats.org/officeDocument/2006/relationships/slideLayout" Target="../slideLayouts/slideLayout165.xml"/><Relationship Id="rId17" Type="http://schemas.openxmlformats.org/officeDocument/2006/relationships/slideLayout" Target="../slideLayouts/slideLayout170.xml"/><Relationship Id="rId2" Type="http://schemas.openxmlformats.org/officeDocument/2006/relationships/slideLayout" Target="../slideLayouts/slideLayout155.xml"/><Relationship Id="rId16" Type="http://schemas.openxmlformats.org/officeDocument/2006/relationships/slideLayout" Target="../slideLayouts/slideLayout169.xml"/><Relationship Id="rId1" Type="http://schemas.openxmlformats.org/officeDocument/2006/relationships/slideLayout" Target="../slideLayouts/slideLayout154.xml"/><Relationship Id="rId6" Type="http://schemas.openxmlformats.org/officeDocument/2006/relationships/slideLayout" Target="../slideLayouts/slideLayout159.xml"/><Relationship Id="rId11" Type="http://schemas.openxmlformats.org/officeDocument/2006/relationships/slideLayout" Target="../slideLayouts/slideLayout164.xml"/><Relationship Id="rId5" Type="http://schemas.openxmlformats.org/officeDocument/2006/relationships/slideLayout" Target="../slideLayouts/slideLayout158.xml"/><Relationship Id="rId15" Type="http://schemas.openxmlformats.org/officeDocument/2006/relationships/slideLayout" Target="../slideLayouts/slideLayout168.xml"/><Relationship Id="rId10" Type="http://schemas.openxmlformats.org/officeDocument/2006/relationships/slideLayout" Target="../slideLayouts/slideLayout163.xml"/><Relationship Id="rId4" Type="http://schemas.openxmlformats.org/officeDocument/2006/relationships/slideLayout" Target="../slideLayouts/slideLayout157.xml"/><Relationship Id="rId9" Type="http://schemas.openxmlformats.org/officeDocument/2006/relationships/slideLayout" Target="../slideLayouts/slideLayout162.xml"/><Relationship Id="rId14" Type="http://schemas.openxmlformats.org/officeDocument/2006/relationships/slideLayout" Target="../slideLayouts/slideLayout16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018C5FD-A6B0-4F04-801A-25CD2E20D389}" type="datetimeFigureOut">
              <a:rPr lang="en-IN" smtClean="0"/>
              <a:t>12-01-2025</a:t>
            </a:fld>
            <a:endParaRPr lang="en-IN"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076770E-00F5-4769-BFF3-41ABB99D916E}" type="slidenum">
              <a:rPr lang="en-IN" smtClean="0"/>
              <a:t>‹#›</a:t>
            </a:fld>
            <a:endParaRPr lang="en-IN" dirty="0"/>
          </a:p>
        </p:txBody>
      </p:sp>
    </p:spTree>
    <p:extLst>
      <p:ext uri="{BB962C8B-B14F-4D97-AF65-F5344CB8AC3E}">
        <p14:creationId xmlns:p14="http://schemas.microsoft.com/office/powerpoint/2010/main" val="216952429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018C5FD-A6B0-4F04-801A-25CD2E20D389}" type="datetimeFigureOut">
              <a:rPr lang="en-IN" smtClean="0"/>
              <a:t>12-01-2025</a:t>
            </a:fld>
            <a:endParaRPr lang="en-IN"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076770E-00F5-4769-BFF3-41ABB99D916E}" type="slidenum">
              <a:rPr lang="en-IN" smtClean="0"/>
              <a:t>‹#›</a:t>
            </a:fld>
            <a:endParaRPr lang="en-IN" dirty="0"/>
          </a:p>
        </p:txBody>
      </p:sp>
    </p:spTree>
    <p:extLst>
      <p:ext uri="{BB962C8B-B14F-4D97-AF65-F5344CB8AC3E}">
        <p14:creationId xmlns:p14="http://schemas.microsoft.com/office/powerpoint/2010/main" val="1579828849"/>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018C5FD-A6B0-4F04-801A-25CD2E20D389}" type="datetimeFigureOut">
              <a:rPr lang="en-IN" smtClean="0"/>
              <a:t>12-01-2025</a:t>
            </a:fld>
            <a:endParaRPr lang="en-IN"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076770E-00F5-4769-BFF3-41ABB99D916E}" type="slidenum">
              <a:rPr lang="en-IN" smtClean="0"/>
              <a:t>‹#›</a:t>
            </a:fld>
            <a:endParaRPr lang="en-IN" dirty="0"/>
          </a:p>
        </p:txBody>
      </p:sp>
    </p:spTree>
    <p:extLst>
      <p:ext uri="{BB962C8B-B14F-4D97-AF65-F5344CB8AC3E}">
        <p14:creationId xmlns:p14="http://schemas.microsoft.com/office/powerpoint/2010/main" val="3965416816"/>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018C5FD-A6B0-4F04-801A-25CD2E20D389}" type="datetimeFigureOut">
              <a:rPr lang="en-IN" smtClean="0"/>
              <a:t>12-01-2025</a:t>
            </a:fld>
            <a:endParaRPr lang="en-IN"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076770E-00F5-4769-BFF3-41ABB99D916E}" type="slidenum">
              <a:rPr lang="en-IN" smtClean="0"/>
              <a:t>‹#›</a:t>
            </a:fld>
            <a:endParaRPr lang="en-IN" dirty="0"/>
          </a:p>
        </p:txBody>
      </p:sp>
    </p:spTree>
    <p:extLst>
      <p:ext uri="{BB962C8B-B14F-4D97-AF65-F5344CB8AC3E}">
        <p14:creationId xmlns:p14="http://schemas.microsoft.com/office/powerpoint/2010/main" val="1172441547"/>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Lst>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018C5FD-A6B0-4F04-801A-25CD2E20D389}" type="datetimeFigureOut">
              <a:rPr lang="en-IN" smtClean="0"/>
              <a:t>12-01-2025</a:t>
            </a:fld>
            <a:endParaRPr lang="en-IN"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076770E-00F5-4769-BFF3-41ABB99D916E}" type="slidenum">
              <a:rPr lang="en-IN" smtClean="0"/>
              <a:t>‹#›</a:t>
            </a:fld>
            <a:endParaRPr lang="en-IN" dirty="0"/>
          </a:p>
        </p:txBody>
      </p:sp>
    </p:spTree>
    <p:extLst>
      <p:ext uri="{BB962C8B-B14F-4D97-AF65-F5344CB8AC3E}">
        <p14:creationId xmlns:p14="http://schemas.microsoft.com/office/powerpoint/2010/main" val="796979889"/>
      </p:ext>
    </p:extLst>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 id="2147483836" r:id="rId14"/>
    <p:sldLayoutId id="2147483837" r:id="rId15"/>
    <p:sldLayoutId id="2147483838" r:id="rId16"/>
    <p:sldLayoutId id="2147483839" r:id="rId17"/>
  </p:sldLayoutIdLst>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018C5FD-A6B0-4F04-801A-25CD2E20D389}" type="datetimeFigureOut">
              <a:rPr lang="en-IN" smtClean="0"/>
              <a:t>12-01-2025</a:t>
            </a:fld>
            <a:endParaRPr lang="en-IN"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076770E-00F5-4769-BFF3-41ABB99D916E}" type="slidenum">
              <a:rPr lang="en-IN" smtClean="0"/>
              <a:t>‹#›</a:t>
            </a:fld>
            <a:endParaRPr lang="en-IN" dirty="0"/>
          </a:p>
        </p:txBody>
      </p:sp>
    </p:spTree>
    <p:extLst>
      <p:ext uri="{BB962C8B-B14F-4D97-AF65-F5344CB8AC3E}">
        <p14:creationId xmlns:p14="http://schemas.microsoft.com/office/powerpoint/2010/main" val="83511319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 id="2147483853" r:id="rId13"/>
    <p:sldLayoutId id="2147483854" r:id="rId14"/>
    <p:sldLayoutId id="2147483855" r:id="rId15"/>
    <p:sldLayoutId id="2147483856" r:id="rId16"/>
    <p:sldLayoutId id="2147483857" r:id="rId17"/>
  </p:sldLayoutIdLst>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018C5FD-A6B0-4F04-801A-25CD2E20D389}" type="datetimeFigureOut">
              <a:rPr lang="en-IN" smtClean="0"/>
              <a:t>12-01-2025</a:t>
            </a:fld>
            <a:endParaRPr lang="en-IN"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076770E-00F5-4769-BFF3-41ABB99D916E}" type="slidenum">
              <a:rPr lang="en-IN" smtClean="0"/>
              <a:t>‹#›</a:t>
            </a:fld>
            <a:endParaRPr lang="en-IN" dirty="0"/>
          </a:p>
        </p:txBody>
      </p:sp>
    </p:spTree>
    <p:extLst>
      <p:ext uri="{BB962C8B-B14F-4D97-AF65-F5344CB8AC3E}">
        <p14:creationId xmlns:p14="http://schemas.microsoft.com/office/powerpoint/2010/main" val="1890527122"/>
      </p:ext>
    </p:extLst>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 id="2147483868" r:id="rId10"/>
    <p:sldLayoutId id="2147483869" r:id="rId11"/>
    <p:sldLayoutId id="2147483870" r:id="rId12"/>
    <p:sldLayoutId id="2147483871" r:id="rId13"/>
    <p:sldLayoutId id="2147483872" r:id="rId14"/>
    <p:sldLayoutId id="2147483873" r:id="rId15"/>
    <p:sldLayoutId id="2147483874" r:id="rId16"/>
    <p:sldLayoutId id="2147483875" r:id="rId17"/>
  </p:sldLayoutIdLst>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018C5FD-A6B0-4F04-801A-25CD2E20D389}" type="datetimeFigureOut">
              <a:rPr lang="en-IN" smtClean="0"/>
              <a:t>12-01-2025</a:t>
            </a:fld>
            <a:endParaRPr lang="en-IN"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076770E-00F5-4769-BFF3-41ABB99D916E}" type="slidenum">
              <a:rPr lang="en-IN" smtClean="0"/>
              <a:t>‹#›</a:t>
            </a:fld>
            <a:endParaRPr lang="en-IN" dirty="0"/>
          </a:p>
        </p:txBody>
      </p:sp>
    </p:spTree>
    <p:extLst>
      <p:ext uri="{BB962C8B-B14F-4D97-AF65-F5344CB8AC3E}">
        <p14:creationId xmlns:p14="http://schemas.microsoft.com/office/powerpoint/2010/main" val="2214708879"/>
      </p:ext>
    </p:extLst>
  </p:cSld>
  <p:clrMap bg1="lt1" tx1="dk1" bg2="lt2" tx2="dk2" accent1="accent1" accent2="accent2" accent3="accent3" accent4="accent4" accent5="accent5" accent6="accent6" hlink="hlink" folHlink="folHlink"/>
  <p:sldLayoutIdLst>
    <p:sldLayoutId id="2147483877" r:id="rId1"/>
    <p:sldLayoutId id="2147483878" r:id="rId2"/>
    <p:sldLayoutId id="2147483879" r:id="rId3"/>
    <p:sldLayoutId id="2147483880" r:id="rId4"/>
    <p:sldLayoutId id="2147483881" r:id="rId5"/>
    <p:sldLayoutId id="2147483882" r:id="rId6"/>
    <p:sldLayoutId id="2147483883" r:id="rId7"/>
    <p:sldLayoutId id="2147483884" r:id="rId8"/>
    <p:sldLayoutId id="2147483885" r:id="rId9"/>
    <p:sldLayoutId id="2147483886" r:id="rId10"/>
    <p:sldLayoutId id="2147483887" r:id="rId11"/>
    <p:sldLayoutId id="2147483888" r:id="rId12"/>
    <p:sldLayoutId id="2147483889" r:id="rId13"/>
    <p:sldLayoutId id="2147483890" r:id="rId14"/>
    <p:sldLayoutId id="2147483891" r:id="rId15"/>
    <p:sldLayoutId id="2147483892" r:id="rId16"/>
    <p:sldLayoutId id="2147483893" r:id="rId17"/>
  </p:sldLayoutIdLst>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018C5FD-A6B0-4F04-801A-25CD2E20D389}" type="datetimeFigureOut">
              <a:rPr lang="en-IN" smtClean="0"/>
              <a:t>12-01-2025</a:t>
            </a:fld>
            <a:endParaRPr lang="en-IN"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076770E-00F5-4769-BFF3-41ABB99D916E}" type="slidenum">
              <a:rPr lang="en-IN" smtClean="0"/>
              <a:t>‹#›</a:t>
            </a:fld>
            <a:endParaRPr lang="en-IN" dirty="0"/>
          </a:p>
        </p:txBody>
      </p:sp>
    </p:spTree>
    <p:extLst>
      <p:ext uri="{BB962C8B-B14F-4D97-AF65-F5344CB8AC3E}">
        <p14:creationId xmlns:p14="http://schemas.microsoft.com/office/powerpoint/2010/main" val="3814563204"/>
      </p:ext>
    </p:extLst>
  </p:cSld>
  <p:clrMap bg1="lt1" tx1="dk1" bg2="lt2" tx2="dk2" accent1="accent1" accent2="accent2" accent3="accent3" accent4="accent4" accent5="accent5" accent6="accent6" hlink="hlink" folHlink="folHlink"/>
  <p:sldLayoutIdLst>
    <p:sldLayoutId id="2147483895" r:id="rId1"/>
    <p:sldLayoutId id="2147483896"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 id="2147483906" r:id="rId12"/>
    <p:sldLayoutId id="2147483907" r:id="rId13"/>
    <p:sldLayoutId id="2147483908" r:id="rId14"/>
    <p:sldLayoutId id="2147483909" r:id="rId15"/>
    <p:sldLayoutId id="2147483910" r:id="rId16"/>
    <p:sldLayoutId id="2147483911" r:id="rId17"/>
  </p:sldLayoutIdLst>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018C5FD-A6B0-4F04-801A-25CD2E20D389}" type="datetimeFigureOut">
              <a:rPr lang="en-IN" smtClean="0"/>
              <a:t>12-01-2025</a:t>
            </a:fld>
            <a:endParaRPr lang="en-IN"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076770E-00F5-4769-BFF3-41ABB99D916E}" type="slidenum">
              <a:rPr lang="en-IN" smtClean="0"/>
              <a:t>‹#›</a:t>
            </a:fld>
            <a:endParaRPr lang="en-IN" dirty="0"/>
          </a:p>
        </p:txBody>
      </p:sp>
    </p:spTree>
    <p:extLst>
      <p:ext uri="{BB962C8B-B14F-4D97-AF65-F5344CB8AC3E}">
        <p14:creationId xmlns:p14="http://schemas.microsoft.com/office/powerpoint/2010/main" val="491402384"/>
      </p:ext>
    </p:extLst>
  </p:cSld>
  <p:clrMap bg1="lt1" tx1="dk1" bg2="lt2" tx2="dk2" accent1="accent1" accent2="accent2" accent3="accent3" accent4="accent4" accent5="accent5" accent6="accent6" hlink="hlink" folHlink="folHlink"/>
  <p:sldLayoutIdLst>
    <p:sldLayoutId id="2147483913"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 id="2147483924" r:id="rId12"/>
    <p:sldLayoutId id="2147483925" r:id="rId13"/>
    <p:sldLayoutId id="2147483926" r:id="rId14"/>
    <p:sldLayoutId id="2147483927" r:id="rId15"/>
    <p:sldLayoutId id="2147483928" r:id="rId16"/>
    <p:sldLayoutId id="2147483929" r:id="rId17"/>
  </p:sldLayoutIdLst>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8.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55.xml"/></Relationships>
</file>

<file path=ppt/slides/_rels/slide11.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tmp"/><Relationship Id="rId1" Type="http://schemas.openxmlformats.org/officeDocument/2006/relationships/slideLayout" Target="../slideLayouts/slideLayout8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44B47-0F40-889F-DB61-BA89E56D65FC}"/>
              </a:ext>
            </a:extLst>
          </p:cNvPr>
          <p:cNvSpPr>
            <a:spLocks noGrp="1"/>
          </p:cNvSpPr>
          <p:nvPr>
            <p:ph type="ctrTitle"/>
          </p:nvPr>
        </p:nvSpPr>
        <p:spPr/>
        <p:txBody>
          <a:bodyPr>
            <a:normAutofit/>
          </a:bodyPr>
          <a:lstStyle/>
          <a:p>
            <a:pPr algn="ctr"/>
            <a:r>
              <a:rPr lang="en-US" sz="40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Predicting Football Results Using Machine Learning Techniques</a:t>
            </a:r>
            <a:endParaRPr lang="en-IN" sz="40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
        <p:nvSpPr>
          <p:cNvPr id="3" name="Subtitle 2">
            <a:extLst>
              <a:ext uri="{FF2B5EF4-FFF2-40B4-BE49-F238E27FC236}">
                <a16:creationId xmlns:a16="http://schemas.microsoft.com/office/drawing/2014/main" id="{3381B5A9-FC69-B49A-5671-EB51A5CEE445}"/>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726501242"/>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F5FF8-F820-158F-6D9E-17D7318D70C8}"/>
              </a:ext>
            </a:extLst>
          </p:cNvPr>
          <p:cNvSpPr>
            <a:spLocks noGrp="1"/>
          </p:cNvSpPr>
          <p:nvPr>
            <p:ph type="title"/>
          </p:nvPr>
        </p:nvSpPr>
        <p:spPr/>
        <p:txBody>
          <a:bodyPr>
            <a:normAutofit/>
          </a:bodyPr>
          <a:lstStyle/>
          <a:p>
            <a:r>
              <a:rPr lang="en-US" sz="6000" b="1" dirty="0">
                <a:ln w="12700">
                  <a:solidFill>
                    <a:schemeClr val="accent5"/>
                  </a:solidFill>
                  <a:prstDash val="solid"/>
                </a:ln>
                <a:pattFill prst="ltDnDiag">
                  <a:fgClr>
                    <a:schemeClr val="accent5">
                      <a:lumMod val="60000"/>
                      <a:lumOff val="40000"/>
                    </a:schemeClr>
                  </a:fgClr>
                  <a:bgClr>
                    <a:schemeClr val="bg1"/>
                  </a:bgClr>
                </a:pattFill>
              </a:rPr>
              <a:t>Introduction</a:t>
            </a:r>
            <a:br>
              <a:rPr lang="en-US" sz="4800" b="1" dirty="0">
                <a:ln w="12700">
                  <a:solidFill>
                    <a:schemeClr val="accent5"/>
                  </a:solidFill>
                  <a:prstDash val="solid"/>
                </a:ln>
                <a:pattFill prst="ltDnDiag">
                  <a:fgClr>
                    <a:schemeClr val="accent5">
                      <a:lumMod val="60000"/>
                      <a:lumOff val="40000"/>
                    </a:schemeClr>
                  </a:fgClr>
                  <a:bgClr>
                    <a:schemeClr val="bg1"/>
                  </a:bgClr>
                </a:pattFill>
              </a:rPr>
            </a:br>
            <a:endParaRPr lang="en-IN" sz="4800" b="1" dirty="0">
              <a:ln w="12700">
                <a:solidFill>
                  <a:schemeClr val="accent5"/>
                </a:solidFill>
                <a:prstDash val="solid"/>
              </a:ln>
              <a:pattFill prst="ltDnDiag">
                <a:fgClr>
                  <a:schemeClr val="accent5">
                    <a:lumMod val="60000"/>
                    <a:lumOff val="40000"/>
                  </a:schemeClr>
                </a:fgClr>
                <a:bgClr>
                  <a:schemeClr val="bg1"/>
                </a:bgClr>
              </a:pattFill>
            </a:endParaRPr>
          </a:p>
        </p:txBody>
      </p:sp>
      <p:sp>
        <p:nvSpPr>
          <p:cNvPr id="3" name="Content Placeholder 2">
            <a:extLst>
              <a:ext uri="{FF2B5EF4-FFF2-40B4-BE49-F238E27FC236}">
                <a16:creationId xmlns:a16="http://schemas.microsoft.com/office/drawing/2014/main" id="{483C5FF2-D323-0135-4B06-795CE1F6920C}"/>
              </a:ext>
            </a:extLst>
          </p:cNvPr>
          <p:cNvSpPr>
            <a:spLocks noGrp="1"/>
          </p:cNvSpPr>
          <p:nvPr>
            <p:ph idx="1"/>
          </p:nvPr>
        </p:nvSpPr>
        <p:spPr>
          <a:xfrm>
            <a:off x="1484310" y="2666999"/>
            <a:ext cx="10018713" cy="3505201"/>
          </a:xfrm>
        </p:spPr>
        <p:txBody>
          <a:bodyPr>
            <a:normAutofit/>
          </a:bodyPr>
          <a:lstStyle/>
          <a:p>
            <a:pPr marL="0" indent="0" algn="ctr">
              <a:spcBef>
                <a:spcPct val="0"/>
              </a:spcBef>
              <a:buNone/>
            </a:pPr>
            <a:r>
              <a:rPr lang="en-US" sz="4000" dirty="0">
                <a:ln w="3175" cmpd="sng">
                  <a:noFill/>
                </a:ln>
                <a:latin typeface="+mj-lt"/>
                <a:ea typeface="+mj-ea"/>
                <a:cs typeface="+mj-cs"/>
              </a:rPr>
              <a:t>"</a:t>
            </a:r>
            <a:r>
              <a:rPr lang="en-US" sz="2600" dirty="0">
                <a:ln w="3175" cmpd="sng">
                  <a:noFill/>
                </a:ln>
                <a:latin typeface="+mj-lt"/>
                <a:ea typeface="+mj-ea"/>
                <a:cs typeface="+mj-cs"/>
              </a:rPr>
              <a:t>In football, predicting match outcomes accurately is crucial. Traditional methods have limitations, but with the advancement of machine learning, we can now predict results more effectively. Our project focuses on using machine learning to forecast football match scores and outcomes based on in-game events. Let's delve into how cutting-edge technology can revolutionize the way we analyze and predict football results."</a:t>
            </a:r>
            <a:endParaRPr lang="en-US" sz="4000" dirty="0">
              <a:ln w="3175" cmpd="sng">
                <a:noFill/>
              </a:ln>
              <a:latin typeface="+mj-lt"/>
              <a:ea typeface="+mj-ea"/>
              <a:cs typeface="+mj-cs"/>
            </a:endParaRPr>
          </a:p>
          <a:p>
            <a:endParaRPr lang="en-IN" dirty="0"/>
          </a:p>
        </p:txBody>
      </p:sp>
    </p:spTree>
    <p:extLst>
      <p:ext uri="{BB962C8B-B14F-4D97-AF65-F5344CB8AC3E}">
        <p14:creationId xmlns:p14="http://schemas.microsoft.com/office/powerpoint/2010/main" val="38461580"/>
      </p:ext>
    </p:extLst>
  </p:cSld>
  <p:clrMapOvr>
    <a:masterClrMapping/>
  </p:clrMapOvr>
  <mc:AlternateContent xmlns:mc="http://schemas.openxmlformats.org/markup-compatibility/2006" xmlns:p14="http://schemas.microsoft.com/office/powerpoint/2010/main">
    <mc:Choice Requires="p14">
      <p:transition spd="slow" p14:dur="1750">
        <p:pull dir="lu"/>
      </p:transition>
    </mc:Choice>
    <mc:Fallback xmlns="">
      <p:transition spd="slow">
        <p:pull dir="lu"/>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36978-E3A5-ED1D-F6F9-3DF01637DF87}"/>
              </a:ext>
            </a:extLst>
          </p:cNvPr>
          <p:cNvSpPr>
            <a:spLocks noGrp="1"/>
          </p:cNvSpPr>
          <p:nvPr>
            <p:ph type="title"/>
          </p:nvPr>
        </p:nvSpPr>
        <p:spPr/>
        <p:txBody>
          <a:bodyPr>
            <a:normAutofit/>
          </a:bodyPr>
          <a:lstStyle/>
          <a:p>
            <a:r>
              <a:rPr lang="en-US" sz="4400" b="1" kern="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alibri" panose="020F0502020204030204" pitchFamily="34" charset="0"/>
                <a:ea typeface="Calibri" panose="020F0502020204030204" pitchFamily="34" charset="0"/>
              </a:rPr>
              <a:t>Objectives</a:t>
            </a:r>
            <a:br>
              <a:rPr lang="en-IN" sz="4400" b="1" kern="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alibri" panose="020F0502020204030204" pitchFamily="34" charset="0"/>
                <a:ea typeface="Calibri" panose="020F0502020204030204" pitchFamily="34" charset="0"/>
              </a:rPr>
            </a:br>
            <a:endParaRPr lang="en-IN" sz="60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3" name="Content Placeholder 2">
            <a:extLst>
              <a:ext uri="{FF2B5EF4-FFF2-40B4-BE49-F238E27FC236}">
                <a16:creationId xmlns:a16="http://schemas.microsoft.com/office/drawing/2014/main" id="{80712268-BD62-F2D0-CE09-25D29925EFA9}"/>
              </a:ext>
            </a:extLst>
          </p:cNvPr>
          <p:cNvSpPr>
            <a:spLocks noGrp="1"/>
          </p:cNvSpPr>
          <p:nvPr>
            <p:ph idx="1"/>
          </p:nvPr>
        </p:nvSpPr>
        <p:spPr>
          <a:xfrm>
            <a:off x="1484311" y="2370667"/>
            <a:ext cx="10018713" cy="3462867"/>
          </a:xfrm>
        </p:spPr>
        <p:txBody>
          <a:bodyPr>
            <a:normAutofit fontScale="32500" lnSpcReduction="20000"/>
          </a:bodyPr>
          <a:lstStyle/>
          <a:p>
            <a:pPr marL="0" indent="0" algn="l">
              <a:buNone/>
            </a:pPr>
            <a:r>
              <a:rPr lang="en-US" sz="6500" dirty="0">
                <a:ln w="3175" cmpd="sng">
                  <a:noFill/>
                </a:ln>
                <a:latin typeface="+mj-lt"/>
                <a:ea typeface="+mj-ea"/>
                <a:cs typeface="+mj-cs"/>
              </a:rPr>
              <a:t>Our goals in this project </a:t>
            </a:r>
          </a:p>
          <a:p>
            <a:pPr marL="0" indent="0" algn="l">
              <a:buNone/>
            </a:pPr>
            <a:r>
              <a:rPr lang="en-US" sz="6500" dirty="0">
                <a:ln w="3175" cmpd="sng">
                  <a:noFill/>
                </a:ln>
                <a:latin typeface="+mj-lt"/>
                <a:ea typeface="+mj-ea"/>
                <a:cs typeface="+mj-cs"/>
              </a:rPr>
              <a:t>Predict Outcomes: Use machine learning to forecast match results accurately.</a:t>
            </a:r>
          </a:p>
          <a:p>
            <a:pPr marL="0" indent="0" algn="l">
              <a:buNone/>
            </a:pPr>
            <a:r>
              <a:rPr lang="en-US" sz="6500" dirty="0">
                <a:ln w="3175" cmpd="sng">
                  <a:noFill/>
                </a:ln>
                <a:latin typeface="+mj-lt"/>
                <a:ea typeface="+mj-ea"/>
                <a:cs typeface="+mj-cs"/>
              </a:rPr>
              <a:t>Improve Accuracy: Enhance the precision of predicting scores and match winners.</a:t>
            </a:r>
          </a:p>
          <a:p>
            <a:pPr marL="0" indent="0" algn="l">
              <a:buNone/>
            </a:pPr>
            <a:r>
              <a:rPr lang="en-US" sz="6500" dirty="0">
                <a:ln w="3175" cmpd="sng">
                  <a:noFill/>
                </a:ln>
                <a:latin typeface="+mj-lt"/>
                <a:ea typeface="+mj-ea"/>
                <a:cs typeface="+mj-cs"/>
              </a:rPr>
              <a:t>Explore Techniques: Investigate different machine learning methods for better predictions.</a:t>
            </a:r>
          </a:p>
          <a:p>
            <a:pPr marL="0" indent="0" algn="l">
              <a:buNone/>
            </a:pPr>
            <a:r>
              <a:rPr lang="en-US" sz="6500" dirty="0">
                <a:ln w="3175" cmpd="sng">
                  <a:noFill/>
                </a:ln>
                <a:latin typeface="+mj-lt"/>
                <a:ea typeface="+mj-ea"/>
                <a:cs typeface="+mj-cs"/>
              </a:rPr>
              <a:t>Optimize Models: Fine-tune algorithms to achieve the most reliable results.</a:t>
            </a:r>
          </a:p>
          <a:p>
            <a:pPr marL="0" indent="0" algn="l">
              <a:buNone/>
            </a:pPr>
            <a:endParaRPr lang="en-US" sz="5100" dirty="0">
              <a:ln w="3175" cmpd="sng">
                <a:noFill/>
              </a:ln>
              <a:latin typeface="+mj-lt"/>
              <a:ea typeface="+mj-ea"/>
              <a:cs typeface="+mj-cs"/>
            </a:endParaRPr>
          </a:p>
          <a:p>
            <a:endParaRPr lang="en-IN" dirty="0"/>
          </a:p>
        </p:txBody>
      </p:sp>
    </p:spTree>
    <p:extLst>
      <p:ext uri="{BB962C8B-B14F-4D97-AF65-F5344CB8AC3E}">
        <p14:creationId xmlns:p14="http://schemas.microsoft.com/office/powerpoint/2010/main" val="22149697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8"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heel(8)">
                                      <p:cBhvr>
                                        <p:cTn id="12" dur="2000"/>
                                        <p:tgtEl>
                                          <p:spTgt spid="3">
                                            <p:txEl>
                                              <p:pRg st="0" end="0"/>
                                            </p:txEl>
                                          </p:spTgt>
                                        </p:tgtEl>
                                      </p:cBhvr>
                                    </p:animEffect>
                                  </p:childTnLst>
                                </p:cTn>
                              </p:par>
                              <p:par>
                                <p:cTn id="13" presetID="21" presetClass="entr" presetSubtype="8"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heel(8)">
                                      <p:cBhvr>
                                        <p:cTn id="15" dur="2000"/>
                                        <p:tgtEl>
                                          <p:spTgt spid="3">
                                            <p:txEl>
                                              <p:pRg st="1" end="1"/>
                                            </p:txEl>
                                          </p:spTgt>
                                        </p:tgtEl>
                                      </p:cBhvr>
                                    </p:animEffect>
                                  </p:childTnLst>
                                </p:cTn>
                              </p:par>
                              <p:par>
                                <p:cTn id="16" presetID="21" presetClass="entr" presetSubtype="8"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wheel(8)">
                                      <p:cBhvr>
                                        <p:cTn id="18" dur="2000"/>
                                        <p:tgtEl>
                                          <p:spTgt spid="3">
                                            <p:txEl>
                                              <p:pRg st="2" end="2"/>
                                            </p:txEl>
                                          </p:spTgt>
                                        </p:tgtEl>
                                      </p:cBhvr>
                                    </p:animEffect>
                                  </p:childTnLst>
                                </p:cTn>
                              </p:par>
                              <p:par>
                                <p:cTn id="19" presetID="21" presetClass="entr" presetSubtype="8"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wheel(8)">
                                      <p:cBhvr>
                                        <p:cTn id="21" dur="2000"/>
                                        <p:tgtEl>
                                          <p:spTgt spid="3">
                                            <p:txEl>
                                              <p:pRg st="3" end="3"/>
                                            </p:txEl>
                                          </p:spTgt>
                                        </p:tgtEl>
                                      </p:cBhvr>
                                    </p:animEffect>
                                  </p:childTnLst>
                                </p:cTn>
                              </p:par>
                              <p:par>
                                <p:cTn id="22" presetID="21" presetClass="entr" presetSubtype="8"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wheel(8)">
                                      <p:cBhvr>
                                        <p:cTn id="24"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54CB6-3DA0-2F27-836D-6C673463EC33}"/>
              </a:ext>
            </a:extLst>
          </p:cNvPr>
          <p:cNvSpPr>
            <a:spLocks noGrp="1"/>
          </p:cNvSpPr>
          <p:nvPr>
            <p:ph type="title"/>
          </p:nvPr>
        </p:nvSpPr>
        <p:spPr/>
        <p:txBody>
          <a:bodyPr/>
          <a:lstStyle/>
          <a:p>
            <a:r>
              <a:rPr lang="en-US" dirty="0">
                <a:solidFill>
                  <a:schemeClr val="accent2">
                    <a:lumMod val="50000"/>
                  </a:schemeClr>
                </a:solidFill>
              </a:rPr>
              <a:t>Problem Statement:</a:t>
            </a:r>
            <a:br>
              <a:rPr lang="en-US" dirty="0">
                <a:solidFill>
                  <a:schemeClr val="accent2">
                    <a:lumMod val="50000"/>
                  </a:schemeClr>
                </a:solidFill>
              </a:rPr>
            </a:br>
            <a:endParaRPr lang="en-IN" dirty="0">
              <a:solidFill>
                <a:schemeClr val="accent2">
                  <a:lumMod val="50000"/>
                </a:schemeClr>
              </a:solidFill>
            </a:endParaRPr>
          </a:p>
        </p:txBody>
      </p:sp>
      <p:sp>
        <p:nvSpPr>
          <p:cNvPr id="3" name="Content Placeholder 2">
            <a:extLst>
              <a:ext uri="{FF2B5EF4-FFF2-40B4-BE49-F238E27FC236}">
                <a16:creationId xmlns:a16="http://schemas.microsoft.com/office/drawing/2014/main" id="{F69665BD-AD27-8B0C-E36D-BD57AC8BB8F3}"/>
              </a:ext>
            </a:extLst>
          </p:cNvPr>
          <p:cNvSpPr>
            <a:spLocks noGrp="1"/>
          </p:cNvSpPr>
          <p:nvPr>
            <p:ph idx="1"/>
          </p:nvPr>
        </p:nvSpPr>
        <p:spPr>
          <a:xfrm>
            <a:off x="1484311" y="2658533"/>
            <a:ext cx="10018713" cy="3124201"/>
          </a:xfrm>
        </p:spPr>
        <p:txBody>
          <a:bodyPr>
            <a:normAutofit fontScale="92500"/>
          </a:bodyPr>
          <a:lstStyle/>
          <a:p>
            <a:pPr marL="0" indent="0">
              <a:buNone/>
            </a:pPr>
            <a:r>
              <a:rPr lang="en-US" dirty="0"/>
              <a:t>Predicting football match outcomes accurately remains a challenge due to the complexity of factors influencing results. Traditional methods lack precision and fail to exploit the vast potential of machine learning techniques. Without reliable prediction models, fans and stakeholders face uncertainty and missed opportunities. The absence of accessible and accurate forecasting tools hampers decision-making processes for betting, fantasy leagues, and team strategies. To address these issues, there is a need to develop machine learning-based systems capable of analyzing diverse match-related data to predict outcomes with high accuracy, providing stakeholders with valuable insights and enhancing their engagement with the sport.</a:t>
            </a:r>
            <a:endParaRPr lang="en-IN" dirty="0"/>
          </a:p>
        </p:txBody>
      </p:sp>
    </p:spTree>
    <p:extLst>
      <p:ext uri="{BB962C8B-B14F-4D97-AF65-F5344CB8AC3E}">
        <p14:creationId xmlns:p14="http://schemas.microsoft.com/office/powerpoint/2010/main" val="1636043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8)">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635D0-FA6C-0ED9-9985-2023DCE6C6F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AAE7325-01AA-E16B-C69B-9E997A60275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081256558"/>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C36C8-2C4F-8408-4CD0-CB26E0A2C5F4}"/>
              </a:ext>
            </a:extLst>
          </p:cNvPr>
          <p:cNvSpPr>
            <a:spLocks noGrp="1"/>
          </p:cNvSpPr>
          <p:nvPr>
            <p:ph type="title"/>
          </p:nvPr>
        </p:nvSpPr>
        <p:spPr/>
        <p:txBody>
          <a:bodyPr>
            <a:normAutofit/>
          </a:bodyPr>
          <a:lstStyle/>
          <a:p>
            <a:r>
              <a:rPr lang="en-US" sz="5400" b="1" dirty="0">
                <a:solidFill>
                  <a:srgbClr val="00B050"/>
                </a:solidFill>
              </a:rPr>
              <a:t>Methodology</a:t>
            </a:r>
            <a:endParaRPr lang="en-IN" sz="5400" b="1" dirty="0">
              <a:solidFill>
                <a:srgbClr val="00B050"/>
              </a:solidFill>
            </a:endParaRPr>
          </a:p>
        </p:txBody>
      </p:sp>
      <p:sp>
        <p:nvSpPr>
          <p:cNvPr id="3" name="Content Placeholder 2">
            <a:extLst>
              <a:ext uri="{FF2B5EF4-FFF2-40B4-BE49-F238E27FC236}">
                <a16:creationId xmlns:a16="http://schemas.microsoft.com/office/drawing/2014/main" id="{DCA422D1-6CFC-D74F-6244-22B01513AB2C}"/>
              </a:ext>
            </a:extLst>
          </p:cNvPr>
          <p:cNvSpPr>
            <a:spLocks noGrp="1"/>
          </p:cNvSpPr>
          <p:nvPr>
            <p:ph idx="1"/>
          </p:nvPr>
        </p:nvSpPr>
        <p:spPr/>
        <p:txBody>
          <a:bodyPr>
            <a:normAutofit/>
          </a:bodyPr>
          <a:lstStyle/>
          <a:p>
            <a:r>
              <a:rPr lang="en-US" sz="2600" dirty="0">
                <a:ln w="3175" cmpd="sng">
                  <a:noFill/>
                </a:ln>
                <a:latin typeface="+mj-lt"/>
                <a:ea typeface="+mj-ea"/>
                <a:cs typeface="+mj-cs"/>
              </a:rPr>
              <a:t>"For our football result prediction project, we employed </a:t>
            </a:r>
            <a:r>
              <a:rPr lang="en-US" sz="2600" b="1" u="sng" dirty="0">
                <a:ln w="3175" cmpd="sng">
                  <a:noFill/>
                </a:ln>
                <a:latin typeface="+mj-lt"/>
                <a:ea typeface="+mj-ea"/>
                <a:cs typeface="+mj-cs"/>
              </a:rPr>
              <a:t>Support Vector Machines </a:t>
            </a:r>
            <a:r>
              <a:rPr lang="en-US" sz="2600" dirty="0">
                <a:ln w="3175" cmpd="sng">
                  <a:noFill/>
                </a:ln>
                <a:latin typeface="+mj-lt"/>
                <a:ea typeface="+mj-ea"/>
                <a:cs typeface="+mj-cs"/>
              </a:rPr>
              <a:t>and </a:t>
            </a:r>
            <a:r>
              <a:rPr lang="en-US" sz="2600" b="1" u="sng" dirty="0">
                <a:ln w="3175" cmpd="sng">
                  <a:noFill/>
                </a:ln>
                <a:latin typeface="+mj-lt"/>
                <a:ea typeface="+mj-ea"/>
                <a:cs typeface="+mj-cs"/>
              </a:rPr>
              <a:t>Logistic Regression </a:t>
            </a:r>
            <a:r>
              <a:rPr lang="en-US" sz="2600" dirty="0">
                <a:ln w="3175" cmpd="sng">
                  <a:noFill/>
                </a:ln>
                <a:latin typeface="+mj-lt"/>
                <a:ea typeface="+mj-ea"/>
                <a:cs typeface="+mj-cs"/>
              </a:rPr>
              <a:t>as our main tools. Support Vector Machines help us draw clear boundaries between different outcomes, while Logistic Regression aids in analyzing the probability of each result. By combining these two methods, we can make informed predictions about football match results based on the data we have. </a:t>
            </a:r>
            <a:endParaRPr lang="en-IN" sz="2600" dirty="0">
              <a:ln w="3175" cmpd="sng">
                <a:noFill/>
              </a:ln>
              <a:latin typeface="+mj-lt"/>
              <a:ea typeface="+mj-ea"/>
              <a:cs typeface="+mj-cs"/>
            </a:endParaRPr>
          </a:p>
        </p:txBody>
      </p:sp>
    </p:spTree>
    <p:extLst>
      <p:ext uri="{BB962C8B-B14F-4D97-AF65-F5344CB8AC3E}">
        <p14:creationId xmlns:p14="http://schemas.microsoft.com/office/powerpoint/2010/main" val="119795794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63293-C66B-6D66-5276-1D46816C1ADE}"/>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005B1531-663E-7A9B-F370-6C765810B8A5}"/>
              </a:ext>
            </a:extLst>
          </p:cNvPr>
          <p:cNvSpPr>
            <a:spLocks noGrp="1"/>
          </p:cNvSpPr>
          <p:nvPr>
            <p:ph idx="1"/>
          </p:nvPr>
        </p:nvSpPr>
        <p:spPr/>
        <p:txBody>
          <a:bodyPr/>
          <a:lstStyle/>
          <a:p>
            <a:pPr marL="0" indent="0">
              <a:buNone/>
            </a:pPr>
            <a:r>
              <a:rPr lang="en-US" sz="2400" dirty="0">
                <a:ln w="3175" cmpd="sng">
                  <a:noFill/>
                </a:ln>
                <a:latin typeface="+mj-lt"/>
                <a:ea typeface="+mj-ea"/>
                <a:cs typeface="+mj-cs"/>
              </a:rPr>
              <a:t>Support Vector Machines provide a robust way to classify different possibilities, while Logistic Regression offers insights into the likelihood of each scenario Together, these techniques enhance the accuracy and effectiveness of our predictive models, allowing us to make more reliable forecasts about football match outcomes using advanced machine learning approaches."</a:t>
            </a:r>
            <a:endParaRPr lang="en-IN" dirty="0"/>
          </a:p>
        </p:txBody>
      </p:sp>
    </p:spTree>
    <p:extLst>
      <p:ext uri="{BB962C8B-B14F-4D97-AF65-F5344CB8AC3E}">
        <p14:creationId xmlns:p14="http://schemas.microsoft.com/office/powerpoint/2010/main" val="879057547"/>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32F41-71CF-54A5-FDB9-C54E5F7FA1A3}"/>
              </a:ext>
            </a:extLst>
          </p:cNvPr>
          <p:cNvSpPr>
            <a:spLocks noGrp="1"/>
          </p:cNvSpPr>
          <p:nvPr>
            <p:ph type="title"/>
          </p:nvPr>
        </p:nvSpPr>
        <p:spPr/>
        <p:txBody>
          <a:bodyPr>
            <a:normAutofit fontScale="90000"/>
          </a:bodyPr>
          <a:lstStyle/>
          <a:p>
            <a:r>
              <a:rPr lang="en-IN" sz="6000" b="1" dirty="0">
                <a:ln w="9525">
                  <a:solidFill>
                    <a:schemeClr val="bg1"/>
                  </a:solidFill>
                  <a:prstDash val="solid"/>
                </a:ln>
                <a:effectLst>
                  <a:outerShdw blurRad="12700" dist="38100" dir="2700000" algn="tl" rotWithShape="0">
                    <a:schemeClr val="bg1">
                      <a:lumMod val="50000"/>
                    </a:schemeClr>
                  </a:outerShdw>
                </a:effectLst>
              </a:rPr>
              <a:t>Dataset</a:t>
            </a:r>
            <a:br>
              <a:rPr lang="en-IN" sz="6000" b="1" dirty="0">
                <a:ln w="9525">
                  <a:solidFill>
                    <a:schemeClr val="bg1"/>
                  </a:solidFill>
                  <a:prstDash val="solid"/>
                </a:ln>
                <a:effectLst>
                  <a:outerShdw blurRad="12700" dist="38100" dir="2700000" algn="tl" rotWithShape="0">
                    <a:schemeClr val="bg1">
                      <a:lumMod val="50000"/>
                    </a:schemeClr>
                  </a:outerShdw>
                </a:effectLst>
              </a:rPr>
            </a:br>
            <a:endParaRPr lang="en-IN" sz="6000" b="1" dirty="0">
              <a:ln w="9525">
                <a:solidFill>
                  <a:schemeClr val="bg1"/>
                </a:solidFill>
                <a:prstDash val="solid"/>
              </a:ln>
              <a:effectLst>
                <a:outerShdw blurRad="12700" dist="38100" dir="2700000" algn="tl" rotWithShape="0">
                  <a:schemeClr val="bg1">
                    <a:lumMod val="50000"/>
                  </a:schemeClr>
                </a:outerShdw>
              </a:effectLst>
            </a:endParaRPr>
          </a:p>
        </p:txBody>
      </p:sp>
      <p:sp>
        <p:nvSpPr>
          <p:cNvPr id="3" name="Content Placeholder 2">
            <a:extLst>
              <a:ext uri="{FF2B5EF4-FFF2-40B4-BE49-F238E27FC236}">
                <a16:creationId xmlns:a16="http://schemas.microsoft.com/office/drawing/2014/main" id="{5D8D9F3D-A936-A597-BDF1-F22C2F5AF8CC}"/>
              </a:ext>
            </a:extLst>
          </p:cNvPr>
          <p:cNvSpPr>
            <a:spLocks noGrp="1"/>
          </p:cNvSpPr>
          <p:nvPr>
            <p:ph idx="1"/>
          </p:nvPr>
        </p:nvSpPr>
        <p:spPr/>
        <p:txBody>
          <a:bodyPr/>
          <a:lstStyle/>
          <a:p>
            <a:pPr marL="0" indent="0">
              <a:buNone/>
            </a:pPr>
            <a:r>
              <a:rPr lang="en-US" dirty="0">
                <a:ln w="3175" cmpd="sng">
                  <a:noFill/>
                </a:ln>
                <a:latin typeface="+mj-lt"/>
                <a:ea typeface="+mj-ea"/>
                <a:cs typeface="+mj-cs"/>
              </a:rPr>
              <a:t>I am using two datasets for this project. The first dataset I got the data science community Kaggle. This dataset is used to perform exploratory data analysis. But this dataset has few missing data essential for prediction so the second dataset I am using is from. This dataset had more seasons and I am compiling these seasons into one and creating features to make prediction</a:t>
            </a:r>
            <a:endParaRPr lang="en-IN" dirty="0">
              <a:ln w="3175" cmpd="sng">
                <a:noFill/>
              </a:ln>
              <a:latin typeface="+mj-lt"/>
              <a:ea typeface="+mj-ea"/>
              <a:cs typeface="+mj-cs"/>
            </a:endParaRPr>
          </a:p>
        </p:txBody>
      </p:sp>
    </p:spTree>
    <p:extLst>
      <p:ext uri="{BB962C8B-B14F-4D97-AF65-F5344CB8AC3E}">
        <p14:creationId xmlns:p14="http://schemas.microsoft.com/office/powerpoint/2010/main" val="2931292473"/>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D4E23-8E64-3E0A-D374-7D0CF740D3AA}"/>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19086ECC-A1A2-3B17-A6B2-C81842B89768}"/>
              </a:ext>
            </a:extLst>
          </p:cNvPr>
          <p:cNvSpPr>
            <a:spLocks noGrp="1"/>
          </p:cNvSpPr>
          <p:nvPr>
            <p:ph idx="1"/>
          </p:nvPr>
        </p:nvSpPr>
        <p:spPr/>
        <p:txBody>
          <a:bodyPr/>
          <a:lstStyle/>
          <a:p>
            <a:pPr marL="0" indent="0">
              <a:buNone/>
            </a:pPr>
            <a:r>
              <a:rPr lang="en-US" dirty="0">
                <a:ln w="3175" cmpd="sng">
                  <a:noFill/>
                </a:ln>
                <a:latin typeface="+mj-lt"/>
                <a:ea typeface="+mj-ea"/>
                <a:cs typeface="+mj-cs"/>
              </a:rPr>
              <a:t>This dataset was in SQLite format and has tables of Country, League, Match, Player, Player Attributes, Team ,Team Attributes and sequences. It has information of more than 25000 matches, 10000 players, 11 European Countries with their lead championship from 2008 to 2016, Players</a:t>
            </a:r>
          </a:p>
        </p:txBody>
      </p:sp>
    </p:spTree>
    <p:extLst>
      <p:ext uri="{BB962C8B-B14F-4D97-AF65-F5344CB8AC3E}">
        <p14:creationId xmlns:p14="http://schemas.microsoft.com/office/powerpoint/2010/main" val="3876283000"/>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Content Placeholder 17">
            <a:extLst>
              <a:ext uri="{FF2B5EF4-FFF2-40B4-BE49-F238E27FC236}">
                <a16:creationId xmlns:a16="http://schemas.microsoft.com/office/drawing/2014/main" id="{A64425DA-6897-2E38-96C5-A96F51E75C37}"/>
              </a:ext>
            </a:extLst>
          </p:cNvPr>
          <p:cNvPicPr>
            <a:picLocks noGrp="1" noChangeAspect="1"/>
          </p:cNvPicPr>
          <p:nvPr>
            <p:ph idx="1"/>
          </p:nvPr>
        </p:nvPicPr>
        <p:blipFill>
          <a:blip r:embed="rId2"/>
          <a:stretch>
            <a:fillRect/>
          </a:stretch>
        </p:blipFill>
        <p:spPr>
          <a:xfrm>
            <a:off x="2225040" y="1452880"/>
            <a:ext cx="7874000" cy="4719320"/>
          </a:xfrm>
        </p:spPr>
      </p:pic>
    </p:spTree>
    <p:extLst>
      <p:ext uri="{BB962C8B-B14F-4D97-AF65-F5344CB8AC3E}">
        <p14:creationId xmlns:p14="http://schemas.microsoft.com/office/powerpoint/2010/main" val="172100651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39072-9584-F663-F967-20E85FD8255A}"/>
              </a:ext>
            </a:extLst>
          </p:cNvPr>
          <p:cNvSpPr>
            <a:spLocks noGrp="1"/>
          </p:cNvSpPr>
          <p:nvPr>
            <p:ph type="title"/>
          </p:nvPr>
        </p:nvSpPr>
        <p:spPr/>
        <p:txBody>
          <a:bodyPr>
            <a:normAutofit/>
          </a:bodyPr>
          <a:lstStyle/>
          <a:p>
            <a:pPr algn="l"/>
            <a:r>
              <a:rPr kumimoji="0" lang="en-US" altLang="en-US" sz="2800" b="1" i="0" u="none" strike="noStrike" cap="none" normalizeH="0" baseline="0" dirty="0">
                <a:ln>
                  <a:noFill/>
                </a:ln>
                <a:solidFill>
                  <a:srgbClr val="000000"/>
                </a:solidFill>
                <a:effectLst/>
                <a:latin typeface="Arial Unicode MS"/>
                <a:ea typeface="Calibri" panose="020F0502020204030204" pitchFamily="34" charset="0"/>
                <a:cs typeface="Courier New" panose="02070309020205020404" pitchFamily="49" charset="0"/>
              </a:rPr>
              <a:t>Countries                                             Leagues</a:t>
            </a:r>
            <a:endParaRPr lang="en-IN" sz="2800" dirty="0"/>
          </a:p>
        </p:txBody>
      </p:sp>
      <p:pic>
        <p:nvPicPr>
          <p:cNvPr id="6" name="Content Placeholder 5">
            <a:extLst>
              <a:ext uri="{FF2B5EF4-FFF2-40B4-BE49-F238E27FC236}">
                <a16:creationId xmlns:a16="http://schemas.microsoft.com/office/drawing/2014/main" id="{A920532F-98E5-C6E4-2172-DB3C6D0AA9A4}"/>
              </a:ext>
            </a:extLst>
          </p:cNvPr>
          <p:cNvPicPr>
            <a:picLocks noGrp="1" noChangeAspect="1"/>
          </p:cNvPicPr>
          <p:nvPr>
            <p:ph sz="half" idx="2"/>
          </p:nvPr>
        </p:nvPicPr>
        <p:blipFill>
          <a:blip r:embed="rId2"/>
          <a:stretch>
            <a:fillRect/>
          </a:stretch>
        </p:blipFill>
        <p:spPr>
          <a:xfrm>
            <a:off x="6607175" y="2438399"/>
            <a:ext cx="4895850" cy="3530601"/>
          </a:xfrm>
          <a:prstGeom prst="rect">
            <a:avLst/>
          </a:prstGeom>
        </p:spPr>
      </p:pic>
      <p:pic>
        <p:nvPicPr>
          <p:cNvPr id="5" name="Content Placeholder 4">
            <a:extLst>
              <a:ext uri="{FF2B5EF4-FFF2-40B4-BE49-F238E27FC236}">
                <a16:creationId xmlns:a16="http://schemas.microsoft.com/office/drawing/2014/main" id="{1D44BB05-F903-5DEA-D60B-8D21EE53615C}"/>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303867" y="2438399"/>
            <a:ext cx="5074708" cy="3530601"/>
          </a:xfrm>
          <a:prstGeom prst="rect">
            <a:avLst/>
          </a:prstGeom>
        </p:spPr>
      </p:pic>
    </p:spTree>
    <p:extLst>
      <p:ext uri="{BB962C8B-B14F-4D97-AF65-F5344CB8AC3E}">
        <p14:creationId xmlns:p14="http://schemas.microsoft.com/office/powerpoint/2010/main" val="48992281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1679E-3F20-B12B-8A50-F0176B70C065}"/>
              </a:ext>
            </a:extLst>
          </p:cNvPr>
          <p:cNvSpPr>
            <a:spLocks noGrp="1"/>
          </p:cNvSpPr>
          <p:nvPr>
            <p:ph type="title"/>
          </p:nvPr>
        </p:nvSpPr>
        <p:spPr/>
        <p:txBody>
          <a:bodyPr/>
          <a:lstStyle/>
          <a:p>
            <a:br>
              <a:rPr lang="en-IN" sz="1800" b="1" dirty="0">
                <a:effectLst/>
                <a:highlight>
                  <a:srgbClr val="FFFFFF"/>
                </a:highlight>
                <a:latin typeface="Calibri" panose="020F0502020204030204" pitchFamily="34" charset="0"/>
                <a:ea typeface="Calibri" panose="020F0502020204030204" pitchFamily="34" charset="0"/>
              </a:rPr>
            </a:br>
            <a:endParaRPr lang="en-IN" dirty="0"/>
          </a:p>
        </p:txBody>
      </p:sp>
      <p:pic>
        <p:nvPicPr>
          <p:cNvPr id="4" name="Content Placeholder 3">
            <a:extLst>
              <a:ext uri="{FF2B5EF4-FFF2-40B4-BE49-F238E27FC236}">
                <a16:creationId xmlns:a16="http://schemas.microsoft.com/office/drawing/2014/main" id="{46902A85-9F2D-B1A5-DD9F-88D2D92EEB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3639" y="1055132"/>
            <a:ext cx="6858594" cy="1394938"/>
          </a:xfrm>
          <a:prstGeom prst="rect">
            <a:avLst/>
          </a:prstGeom>
        </p:spPr>
      </p:pic>
      <p:sp>
        <p:nvSpPr>
          <p:cNvPr id="6" name="TextBox 5">
            <a:extLst>
              <a:ext uri="{FF2B5EF4-FFF2-40B4-BE49-F238E27FC236}">
                <a16:creationId xmlns:a16="http://schemas.microsoft.com/office/drawing/2014/main" id="{71DA87B8-E00F-CFC9-1A36-04BF9F85827D}"/>
              </a:ext>
            </a:extLst>
          </p:cNvPr>
          <p:cNvSpPr txBox="1"/>
          <p:nvPr/>
        </p:nvSpPr>
        <p:spPr>
          <a:xfrm>
            <a:off x="2429934" y="611201"/>
            <a:ext cx="6096000" cy="369332"/>
          </a:xfrm>
          <a:prstGeom prst="rect">
            <a:avLst/>
          </a:prstGeom>
          <a:noFill/>
        </p:spPr>
        <p:txBody>
          <a:bodyPr wrap="square">
            <a:spAutoFit/>
          </a:bodyPr>
          <a:lstStyle/>
          <a:p>
            <a:pPr marL="0" indent="0">
              <a:buNone/>
            </a:pPr>
            <a:r>
              <a:rPr lang="en-US" dirty="0">
                <a:ln w="3175" cmpd="sng">
                  <a:noFill/>
                </a:ln>
                <a:latin typeface="+mj-lt"/>
                <a:ea typeface="+mj-ea"/>
                <a:cs typeface="+mj-cs"/>
              </a:rPr>
              <a:t>Selecting the countries of interest</a:t>
            </a:r>
            <a:endParaRPr lang="en-IN" dirty="0">
              <a:ln w="3175" cmpd="sng">
                <a:noFill/>
              </a:ln>
              <a:latin typeface="+mj-lt"/>
              <a:ea typeface="+mj-ea"/>
              <a:cs typeface="+mj-cs"/>
            </a:endParaRPr>
          </a:p>
        </p:txBody>
      </p:sp>
      <p:sp>
        <p:nvSpPr>
          <p:cNvPr id="8" name="TextBox 7">
            <a:extLst>
              <a:ext uri="{FF2B5EF4-FFF2-40B4-BE49-F238E27FC236}">
                <a16:creationId xmlns:a16="http://schemas.microsoft.com/office/drawing/2014/main" id="{301C5214-2E82-EACF-0C7D-B4CE520E57A3}"/>
              </a:ext>
            </a:extLst>
          </p:cNvPr>
          <p:cNvSpPr txBox="1"/>
          <p:nvPr/>
        </p:nvSpPr>
        <p:spPr>
          <a:xfrm>
            <a:off x="2234936" y="2807731"/>
            <a:ext cx="6096000" cy="464871"/>
          </a:xfrm>
          <a:prstGeom prst="rect">
            <a:avLst/>
          </a:prstGeom>
          <a:noFill/>
        </p:spPr>
        <p:txBody>
          <a:bodyPr wrap="square">
            <a:spAutoFit/>
          </a:bodyPr>
          <a:lstStyle/>
          <a:p>
            <a:pPr marL="81915">
              <a:lnSpc>
                <a:spcPct val="150000"/>
              </a:lnSpc>
            </a:pPr>
            <a:r>
              <a:rPr lang="en-US" sz="1800" dirty="0">
                <a:effectLst/>
                <a:latin typeface="Calibri" panose="020F0502020204030204" pitchFamily="34" charset="0"/>
                <a:ea typeface="Calibri" panose="020F0502020204030204" pitchFamily="34" charset="0"/>
              </a:rPr>
              <a:t>Grouping and dividing by seasons</a:t>
            </a:r>
            <a:endParaRPr lang="en-IN" sz="1400" dirty="0">
              <a:effectLst/>
              <a:latin typeface="Calibri" panose="020F0502020204030204" pitchFamily="34" charset="0"/>
              <a:ea typeface="Calibri" panose="020F0502020204030204" pitchFamily="34" charset="0"/>
            </a:endParaRPr>
          </a:p>
        </p:txBody>
      </p:sp>
      <p:pic>
        <p:nvPicPr>
          <p:cNvPr id="9" name="Picture 8">
            <a:extLst>
              <a:ext uri="{FF2B5EF4-FFF2-40B4-BE49-F238E27FC236}">
                <a16:creationId xmlns:a16="http://schemas.microsoft.com/office/drawing/2014/main" id="{74E0234E-B98A-5B6F-3D6D-C7D079273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4986" y="4004614"/>
            <a:ext cx="5695950" cy="2242185"/>
          </a:xfrm>
          <a:prstGeom prst="rect">
            <a:avLst/>
          </a:prstGeom>
        </p:spPr>
      </p:pic>
      <p:sp>
        <p:nvSpPr>
          <p:cNvPr id="11" name="TextBox 10">
            <a:extLst>
              <a:ext uri="{FF2B5EF4-FFF2-40B4-BE49-F238E27FC236}">
                <a16:creationId xmlns:a16="http://schemas.microsoft.com/office/drawing/2014/main" id="{7942E250-3E31-4086-7359-7C251E48CA15}"/>
              </a:ext>
            </a:extLst>
          </p:cNvPr>
          <p:cNvSpPr txBox="1"/>
          <p:nvPr/>
        </p:nvSpPr>
        <p:spPr>
          <a:xfrm>
            <a:off x="2634986" y="3539743"/>
            <a:ext cx="6096000" cy="464871"/>
          </a:xfrm>
          <a:prstGeom prst="rect">
            <a:avLst/>
          </a:prstGeom>
          <a:noFill/>
        </p:spPr>
        <p:txBody>
          <a:bodyPr wrap="square">
            <a:spAutoFit/>
          </a:bodyPr>
          <a:lstStyle/>
          <a:p>
            <a:pPr>
              <a:lnSpc>
                <a:spcPct val="150000"/>
              </a:lnSpc>
              <a:spcBef>
                <a:spcPts val="55"/>
              </a:spcBef>
            </a:pPr>
            <a:r>
              <a:rPr lang="en-US" sz="1800" b="1" dirty="0">
                <a:effectLst/>
                <a:latin typeface="Calibri" panose="020F0502020204030204" pitchFamily="34" charset="0"/>
                <a:ea typeface="Calibri" panose="020F0502020204030204" pitchFamily="34" charset="0"/>
              </a:rPr>
              <a:t>1. England </a:t>
            </a:r>
            <a:endParaRPr lang="en-IN" sz="12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34147317"/>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12734F-344B-A9F6-A792-0D5AC05FC584}"/>
              </a:ext>
            </a:extLst>
          </p:cNvPr>
          <p:cNvSpPr txBox="1"/>
          <p:nvPr/>
        </p:nvSpPr>
        <p:spPr>
          <a:xfrm>
            <a:off x="2023534" y="965996"/>
            <a:ext cx="6096000" cy="464871"/>
          </a:xfrm>
          <a:prstGeom prst="rect">
            <a:avLst/>
          </a:prstGeom>
          <a:noFill/>
        </p:spPr>
        <p:txBody>
          <a:bodyPr wrap="square">
            <a:spAutoFit/>
          </a:bodyPr>
          <a:lstStyle/>
          <a:p>
            <a:pPr>
              <a:lnSpc>
                <a:spcPct val="150000"/>
              </a:lnSpc>
              <a:spcBef>
                <a:spcPts val="55"/>
              </a:spcBef>
            </a:pPr>
            <a:r>
              <a:rPr lang="en-US" sz="1800" b="1" dirty="0">
                <a:effectLst/>
                <a:latin typeface="Calibri" panose="020F0502020204030204" pitchFamily="34" charset="0"/>
                <a:ea typeface="Calibri" panose="020F0502020204030204" pitchFamily="34" charset="0"/>
              </a:rPr>
              <a:t>2.Spain</a:t>
            </a:r>
            <a:endParaRPr lang="en-IN" sz="1200" dirty="0">
              <a:effectLst/>
              <a:latin typeface="Calibri" panose="020F0502020204030204" pitchFamily="34" charset="0"/>
              <a:ea typeface="Calibri" panose="020F0502020204030204" pitchFamily="34" charset="0"/>
            </a:endParaRPr>
          </a:p>
        </p:txBody>
      </p:sp>
      <p:pic>
        <p:nvPicPr>
          <p:cNvPr id="6" name="Picture 5">
            <a:extLst>
              <a:ext uri="{FF2B5EF4-FFF2-40B4-BE49-F238E27FC236}">
                <a16:creationId xmlns:a16="http://schemas.microsoft.com/office/drawing/2014/main" id="{ED9A78E5-31E8-BF50-52FE-87E13D0C36E7}"/>
              </a:ext>
            </a:extLst>
          </p:cNvPr>
          <p:cNvPicPr>
            <a:picLocks noChangeAspect="1"/>
          </p:cNvPicPr>
          <p:nvPr/>
        </p:nvPicPr>
        <p:blipFill>
          <a:blip r:embed="rId2"/>
          <a:stretch>
            <a:fillRect/>
          </a:stretch>
        </p:blipFill>
        <p:spPr>
          <a:xfrm>
            <a:off x="2091267" y="1477857"/>
            <a:ext cx="5695950" cy="1734820"/>
          </a:xfrm>
          <a:prstGeom prst="rect">
            <a:avLst/>
          </a:prstGeom>
        </p:spPr>
      </p:pic>
      <p:pic>
        <p:nvPicPr>
          <p:cNvPr id="7" name="Picture 6">
            <a:extLst>
              <a:ext uri="{FF2B5EF4-FFF2-40B4-BE49-F238E27FC236}">
                <a16:creationId xmlns:a16="http://schemas.microsoft.com/office/drawing/2014/main" id="{2ADEE5B2-5986-3C0E-0E1D-91A6CF25F0A0}"/>
              </a:ext>
            </a:extLst>
          </p:cNvPr>
          <p:cNvPicPr>
            <a:picLocks noChangeAspect="1"/>
          </p:cNvPicPr>
          <p:nvPr/>
        </p:nvPicPr>
        <p:blipFill>
          <a:blip r:embed="rId3"/>
          <a:stretch>
            <a:fillRect/>
          </a:stretch>
        </p:blipFill>
        <p:spPr>
          <a:xfrm>
            <a:off x="2091267" y="4246669"/>
            <a:ext cx="5695950" cy="2012950"/>
          </a:xfrm>
          <a:prstGeom prst="rect">
            <a:avLst/>
          </a:prstGeom>
        </p:spPr>
      </p:pic>
      <p:sp>
        <p:nvSpPr>
          <p:cNvPr id="9" name="TextBox 8">
            <a:extLst>
              <a:ext uri="{FF2B5EF4-FFF2-40B4-BE49-F238E27FC236}">
                <a16:creationId xmlns:a16="http://schemas.microsoft.com/office/drawing/2014/main" id="{815C91C3-2D93-A59F-AA85-55156F9405C8}"/>
              </a:ext>
            </a:extLst>
          </p:cNvPr>
          <p:cNvSpPr txBox="1"/>
          <p:nvPr/>
        </p:nvSpPr>
        <p:spPr>
          <a:xfrm>
            <a:off x="2091267" y="3745680"/>
            <a:ext cx="6096000" cy="369332"/>
          </a:xfrm>
          <a:prstGeom prst="rect">
            <a:avLst/>
          </a:prstGeom>
          <a:noFill/>
        </p:spPr>
        <p:txBody>
          <a:bodyPr wrap="square">
            <a:spAutoFit/>
          </a:bodyPr>
          <a:lstStyle/>
          <a:p>
            <a:r>
              <a:rPr lang="en-US" sz="1800" b="1" dirty="0">
                <a:effectLst/>
                <a:latin typeface="Calibri" panose="020F0502020204030204" pitchFamily="34" charset="0"/>
                <a:ea typeface="Calibri" panose="020F0502020204030204" pitchFamily="34" charset="0"/>
              </a:rPr>
              <a:t>3.Germany</a:t>
            </a:r>
            <a:endParaRPr lang="en-IN" dirty="0"/>
          </a:p>
        </p:txBody>
      </p:sp>
    </p:spTree>
    <p:extLst>
      <p:ext uri="{BB962C8B-B14F-4D97-AF65-F5344CB8AC3E}">
        <p14:creationId xmlns:p14="http://schemas.microsoft.com/office/powerpoint/2010/main" val="3169248704"/>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8EC62-2A02-AC0B-F56E-455FEED49BF8}"/>
              </a:ext>
            </a:extLst>
          </p:cNvPr>
          <p:cNvSpPr>
            <a:spLocks noGrp="1"/>
          </p:cNvSpPr>
          <p:nvPr>
            <p:ph type="title"/>
          </p:nvPr>
        </p:nvSpPr>
        <p:spPr/>
        <p:txBody>
          <a:bodyPr/>
          <a:lstStyle/>
          <a:p>
            <a:r>
              <a:rPr lang="en-US" sz="1800" b="1" dirty="0">
                <a:effectLst/>
                <a:latin typeface="Calibri" panose="020F0502020204030204" pitchFamily="34" charset="0"/>
                <a:ea typeface="Calibri" panose="020F0502020204030204" pitchFamily="34" charset="0"/>
              </a:rPr>
              <a:t>Plotting total goals scored each season</a:t>
            </a:r>
            <a:br>
              <a:rPr lang="en-IN" sz="1800" b="1" dirty="0">
                <a:effectLst/>
                <a:latin typeface="Calibri" panose="020F0502020204030204" pitchFamily="34" charset="0"/>
                <a:ea typeface="Calibri" panose="020F0502020204030204" pitchFamily="34" charset="0"/>
              </a:rPr>
            </a:br>
            <a:endParaRPr lang="en-IN" dirty="0"/>
          </a:p>
        </p:txBody>
      </p:sp>
      <p:pic>
        <p:nvPicPr>
          <p:cNvPr id="4" name="Content Placeholder 3">
            <a:extLst>
              <a:ext uri="{FF2B5EF4-FFF2-40B4-BE49-F238E27FC236}">
                <a16:creationId xmlns:a16="http://schemas.microsoft.com/office/drawing/2014/main" id="{0D3D154D-436B-034C-B3E1-C4395770F6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80267" y="2175933"/>
            <a:ext cx="6595532" cy="3996267"/>
          </a:xfrm>
          <a:prstGeom prst="rect">
            <a:avLst/>
          </a:prstGeom>
        </p:spPr>
      </p:pic>
    </p:spTree>
    <p:extLst>
      <p:ext uri="{BB962C8B-B14F-4D97-AF65-F5344CB8AC3E}">
        <p14:creationId xmlns:p14="http://schemas.microsoft.com/office/powerpoint/2010/main" val="205114792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E6405-4BA8-E927-B5EB-BDC452FDFCCD}"/>
              </a:ext>
            </a:extLst>
          </p:cNvPr>
          <p:cNvSpPr>
            <a:spLocks noGrp="1"/>
          </p:cNvSpPr>
          <p:nvPr>
            <p:ph type="title"/>
          </p:nvPr>
        </p:nvSpPr>
        <p:spPr/>
        <p:txBody>
          <a:bodyPr>
            <a:normAutofit/>
          </a:bodyPr>
          <a:lstStyle/>
          <a:p>
            <a:pPr algn="l"/>
            <a:r>
              <a:rPr lang="en-US" sz="1800" b="1" dirty="0">
                <a:latin typeface="Calibri" panose="020F0502020204030204" pitchFamily="34" charset="0"/>
                <a:ea typeface="Calibri" panose="020F0502020204030204" pitchFamily="34" charset="0"/>
                <a:cs typeface="+mn-cs"/>
              </a:rPr>
              <a:t>Getting total number of goals                                               		Total number of goals scored </a:t>
            </a:r>
            <a:br>
              <a:rPr lang="en-US" sz="1800" b="1" dirty="0">
                <a:latin typeface="Calibri" panose="020F0502020204030204" pitchFamily="34" charset="0"/>
                <a:ea typeface="Calibri" panose="020F0502020204030204" pitchFamily="34" charset="0"/>
                <a:cs typeface="+mn-cs"/>
              </a:rPr>
            </a:br>
            <a:r>
              <a:rPr lang="en-US" sz="1800" b="1" dirty="0">
                <a:latin typeface="Calibri" panose="020F0502020204030204" pitchFamily="34" charset="0"/>
                <a:ea typeface="Calibri" panose="020F0502020204030204" pitchFamily="34" charset="0"/>
                <a:cs typeface="+mn-cs"/>
              </a:rPr>
              <a:t>              												in Away matches</a:t>
            </a:r>
            <a:br>
              <a:rPr lang="en-IN" sz="1800" b="1" dirty="0">
                <a:effectLst/>
                <a:highlight>
                  <a:srgbClr val="FFFFFF"/>
                </a:highlight>
                <a:latin typeface="Calibri" panose="020F0502020204030204" pitchFamily="34" charset="0"/>
                <a:ea typeface="Calibri" panose="020F0502020204030204" pitchFamily="34" charset="0"/>
              </a:rPr>
            </a:br>
            <a:r>
              <a:rPr lang="en-US" sz="1800" b="1" dirty="0">
                <a:latin typeface="Calibri" panose="020F0502020204030204" pitchFamily="34" charset="0"/>
                <a:ea typeface="Calibri" panose="020F0502020204030204" pitchFamily="34" charset="0"/>
                <a:cs typeface="+mn-cs"/>
              </a:rPr>
              <a:t>scored in Home matches                                                               </a:t>
            </a:r>
            <a:br>
              <a:rPr lang="en-IN" sz="1800" b="1" dirty="0">
                <a:effectLst/>
                <a:highlight>
                  <a:srgbClr val="FFFFFF"/>
                </a:highlight>
                <a:latin typeface="Calibri" panose="020F0502020204030204" pitchFamily="34" charset="0"/>
                <a:ea typeface="Calibri" panose="020F0502020204030204" pitchFamily="34" charset="0"/>
              </a:rPr>
            </a:br>
            <a:endParaRPr lang="en-IN" dirty="0"/>
          </a:p>
        </p:txBody>
      </p:sp>
      <p:pic>
        <p:nvPicPr>
          <p:cNvPr id="5" name="Content Placeholder 4">
            <a:extLst>
              <a:ext uri="{FF2B5EF4-FFF2-40B4-BE49-F238E27FC236}">
                <a16:creationId xmlns:a16="http://schemas.microsoft.com/office/drawing/2014/main" id="{76074605-FF9F-E484-A2BE-1C5026DAE7C5}"/>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484311" y="2480735"/>
            <a:ext cx="4391034" cy="3877733"/>
          </a:xfrm>
          <a:prstGeom prst="rect">
            <a:avLst/>
          </a:prstGeom>
        </p:spPr>
      </p:pic>
      <p:pic>
        <p:nvPicPr>
          <p:cNvPr id="6" name="Content Placeholder 5">
            <a:extLst>
              <a:ext uri="{FF2B5EF4-FFF2-40B4-BE49-F238E27FC236}">
                <a16:creationId xmlns:a16="http://schemas.microsoft.com/office/drawing/2014/main" id="{58CF112B-9182-0A60-6B78-C100AC6D8A57}"/>
              </a:ext>
            </a:extLst>
          </p:cNvPr>
          <p:cNvPicPr>
            <a:picLocks noGrp="1" noChangeAspect="1"/>
          </p:cNvPicPr>
          <p:nvPr>
            <p:ph sz="half" idx="2"/>
          </p:nvPr>
        </p:nvPicPr>
        <p:blipFill>
          <a:blip r:embed="rId3"/>
          <a:stretch>
            <a:fillRect/>
          </a:stretch>
        </p:blipFill>
        <p:spPr>
          <a:xfrm>
            <a:off x="6620933" y="2480735"/>
            <a:ext cx="4273643" cy="3877733"/>
          </a:xfrm>
          <a:prstGeom prst="rect">
            <a:avLst/>
          </a:prstGeom>
        </p:spPr>
      </p:pic>
    </p:spTree>
    <p:extLst>
      <p:ext uri="{BB962C8B-B14F-4D97-AF65-F5344CB8AC3E}">
        <p14:creationId xmlns:p14="http://schemas.microsoft.com/office/powerpoint/2010/main" val="2251234710"/>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FCD59-9131-9B84-0DEB-50C3A2504C2C}"/>
              </a:ext>
            </a:extLst>
          </p:cNvPr>
          <p:cNvSpPr>
            <a:spLocks noGrp="1"/>
          </p:cNvSpPr>
          <p:nvPr>
            <p:ph type="title"/>
          </p:nvPr>
        </p:nvSpPr>
        <p:spPr/>
        <p:txBody>
          <a:bodyPr/>
          <a:lstStyle/>
          <a:p>
            <a:r>
              <a:rPr lang="en-US" sz="1800" b="1" dirty="0">
                <a:ln>
                  <a:noFill/>
                </a:ln>
                <a:solidFill>
                  <a:srgbClr val="000000"/>
                </a:solidFill>
                <a:latin typeface="Arial Unicode MS"/>
                <a:ea typeface="Calibri" panose="020F0502020204030204" pitchFamily="34" charset="0"/>
                <a:cs typeface="Courier New" panose="02070309020205020404" pitchFamily="49" charset="0"/>
              </a:rPr>
              <a:t>Home goals and Away goals </a:t>
            </a:r>
            <a:br>
              <a:rPr lang="en-IN" sz="1800" b="1" dirty="0">
                <a:effectLst/>
                <a:highlight>
                  <a:srgbClr val="FFFFFF"/>
                </a:highlight>
                <a:latin typeface="Calibri" panose="020F0502020204030204" pitchFamily="34" charset="0"/>
                <a:ea typeface="Calibri" panose="020F0502020204030204" pitchFamily="34" charset="0"/>
              </a:rPr>
            </a:br>
            <a:endParaRPr lang="en-IN" dirty="0"/>
          </a:p>
        </p:txBody>
      </p:sp>
      <p:pic>
        <p:nvPicPr>
          <p:cNvPr id="5" name="Content Placeholder 4">
            <a:extLst>
              <a:ext uri="{FF2B5EF4-FFF2-40B4-BE49-F238E27FC236}">
                <a16:creationId xmlns:a16="http://schemas.microsoft.com/office/drawing/2014/main" id="{C317CB58-0296-58C8-5798-D35C6AC07297}"/>
              </a:ext>
            </a:extLst>
          </p:cNvPr>
          <p:cNvPicPr>
            <a:picLocks noGrp="1" noChangeAspect="1"/>
          </p:cNvPicPr>
          <p:nvPr>
            <p:ph sz="half" idx="1"/>
          </p:nvPr>
        </p:nvPicPr>
        <p:blipFill>
          <a:blip r:embed="rId2"/>
          <a:stretch>
            <a:fillRect/>
          </a:stretch>
        </p:blipFill>
        <p:spPr>
          <a:xfrm>
            <a:off x="1713705" y="2057400"/>
            <a:ext cx="4894262" cy="4216400"/>
          </a:xfrm>
          <a:prstGeom prst="rect">
            <a:avLst/>
          </a:prstGeom>
        </p:spPr>
      </p:pic>
      <p:sp>
        <p:nvSpPr>
          <p:cNvPr id="6" name="Rectangle 1">
            <a:extLst>
              <a:ext uri="{FF2B5EF4-FFF2-40B4-BE49-F238E27FC236}">
                <a16:creationId xmlns:a16="http://schemas.microsoft.com/office/drawing/2014/main" id="{D9595E56-E5CA-6D3B-1F83-F995E5BC8945}"/>
              </a:ext>
            </a:extLst>
          </p:cNvPr>
          <p:cNvSpPr>
            <a:spLocks noGrp="1" noChangeArrowheads="1"/>
          </p:cNvSpPr>
          <p:nvPr>
            <p:ph sz="half" idx="2"/>
          </p:nvPr>
        </p:nvSpPr>
        <p:spPr bwMode="auto">
          <a:xfrm>
            <a:off x="7759434" y="2829397"/>
            <a:ext cx="2833915" cy="19696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04704" tIns="228528" rIns="304704" bIns="7617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Unicode MS"/>
                <a:ea typeface="Calibri" panose="020F0502020204030204" pitchFamily="34" charset="0"/>
                <a:cs typeface="Courier New" panose="02070309020205020404" pitchFamily="49" charset="0"/>
              </a:rPr>
              <a:t>FTR - Full Time Result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Unicode MS"/>
                <a:ea typeface="Calibri" panose="020F0502020204030204" pitchFamily="34" charset="0"/>
                <a:cs typeface="Courier New" panose="02070309020205020404" pitchFamily="49" charset="0"/>
              </a:rPr>
              <a:t>HST - Home Shots on Target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Unicode MS"/>
                <a:ea typeface="Calibri" panose="020F0502020204030204" pitchFamily="34" charset="0"/>
                <a:cs typeface="Courier New" panose="02070309020205020404" pitchFamily="49" charset="0"/>
              </a:rPr>
              <a:t>AST - Away Shots on Target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Unicode MS"/>
                <a:ea typeface="Calibri" panose="020F0502020204030204" pitchFamily="34" charset="0"/>
                <a:cs typeface="Courier New" panose="02070309020205020404" pitchFamily="49" charset="0"/>
              </a:rPr>
              <a:t>HC - Home Team Corner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Unicode MS"/>
                <a:ea typeface="Calibri" panose="020F0502020204030204" pitchFamily="34" charset="0"/>
                <a:cs typeface="Courier New" panose="02070309020205020404" pitchFamily="49" charset="0"/>
              </a:rPr>
              <a:t>AC - Away Team Corner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Unicode MS"/>
                <a:ea typeface="Calibri" panose="020F0502020204030204" pitchFamily="34" charset="0"/>
                <a:cs typeface="Courier New" panose="02070309020205020404" pitchFamily="49" charset="0"/>
              </a:rPr>
              <a:t>HAS - Home Attacking Strength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Unicode MS"/>
                <a:ea typeface="Calibri" panose="020F0502020204030204" pitchFamily="34" charset="0"/>
                <a:cs typeface="Courier New" panose="02070309020205020404" pitchFamily="49" charset="0"/>
              </a:rPr>
              <a:t>HDS - Home Defensive Strength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Unicode MS"/>
                <a:ea typeface="Calibri" panose="020F0502020204030204" pitchFamily="34" charset="0"/>
                <a:cs typeface="Courier New" panose="02070309020205020404" pitchFamily="49" charset="0"/>
              </a:rPr>
              <a:t>AAS - Away Attacking Strength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Unicode MS"/>
                <a:ea typeface="Calibri" panose="020F0502020204030204" pitchFamily="34" charset="0"/>
                <a:cs typeface="Courier New" panose="02070309020205020404" pitchFamily="49" charset="0"/>
              </a:rPr>
              <a:t>ADS - Away Defensive Strength</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82663799"/>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EF84A-8E1E-3AC1-56CC-75EEBB54A3D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76A0340-4B88-E6BA-46F3-F98B2508981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484313" y="1989667"/>
            <a:ext cx="4894262" cy="3936999"/>
          </a:xfrm>
          <a:prstGeom prst="rect">
            <a:avLst/>
          </a:prstGeom>
        </p:spPr>
      </p:pic>
      <p:sp>
        <p:nvSpPr>
          <p:cNvPr id="6" name="Rectangle 1">
            <a:extLst>
              <a:ext uri="{FF2B5EF4-FFF2-40B4-BE49-F238E27FC236}">
                <a16:creationId xmlns:a16="http://schemas.microsoft.com/office/drawing/2014/main" id="{18C42AA1-381E-DB5B-6E77-F4E1AF107177}"/>
              </a:ext>
            </a:extLst>
          </p:cNvPr>
          <p:cNvSpPr>
            <a:spLocks noGrp="1" noChangeArrowheads="1"/>
          </p:cNvSpPr>
          <p:nvPr>
            <p:ph sz="half" idx="2"/>
          </p:nvPr>
        </p:nvSpPr>
        <p:spPr bwMode="auto">
          <a:xfrm>
            <a:off x="6607967" y="3890594"/>
            <a:ext cx="3958679" cy="677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28528" rIns="304704" bIns="7617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Unicode MS"/>
                <a:ea typeface="Calibri" panose="020F0502020204030204" pitchFamily="34" charset="0"/>
                <a:cs typeface="Courier New" panose="02070309020205020404" pitchFamily="49" charset="0"/>
              </a:rPr>
              <a:t>SVM  :  0.539636080078  :  0.612009256973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Arial Unicode MS"/>
                <a:ea typeface="Calibri" panose="020F0502020204030204" pitchFamily="34" charset="0"/>
                <a:cs typeface="Courier New" panose="02070309020205020404" pitchFamily="49" charset="0"/>
              </a:rPr>
              <a:t>Log regress  :  0.554439825758  :  0.591447566859</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81810561"/>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3F22A7-9870-3072-E3C3-89EF163C4F1D}"/>
              </a:ext>
            </a:extLst>
          </p:cNvPr>
          <p:cNvSpPr>
            <a:spLocks noGrp="1"/>
          </p:cNvSpPr>
          <p:nvPr>
            <p:ph type="title"/>
          </p:nvPr>
        </p:nvSpPr>
        <p:spPr/>
        <p:txBody>
          <a:bodyPr/>
          <a:lstStyle/>
          <a:p>
            <a:r>
              <a:rPr lang="en-US" sz="4000" b="1" kern="0" dirty="0">
                <a:effectLst/>
                <a:latin typeface="Calibri" panose="020F0502020204030204" pitchFamily="34" charset="0"/>
                <a:ea typeface="Calibri" panose="020F0502020204030204" pitchFamily="34" charset="0"/>
              </a:rPr>
              <a:t>Conclusion</a:t>
            </a:r>
            <a:br>
              <a:rPr lang="en-IN" sz="4000" b="1" kern="0" dirty="0">
                <a:effectLst/>
                <a:latin typeface="Calibri" panose="020F0502020204030204" pitchFamily="34" charset="0"/>
                <a:ea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B235EA4D-185F-D01F-A46F-8FFCCC779BFE}"/>
              </a:ext>
            </a:extLst>
          </p:cNvPr>
          <p:cNvSpPr>
            <a:spLocks noGrp="1"/>
          </p:cNvSpPr>
          <p:nvPr>
            <p:ph sz="half" idx="1"/>
          </p:nvPr>
        </p:nvSpPr>
        <p:spPr>
          <a:xfrm>
            <a:off x="1484312" y="2666999"/>
            <a:ext cx="10411355" cy="3124201"/>
          </a:xfrm>
        </p:spPr>
        <p:txBody>
          <a:bodyPr>
            <a:normAutofit/>
          </a:bodyPr>
          <a:lstStyle/>
          <a:p>
            <a:pPr marL="0" indent="0">
              <a:buNone/>
            </a:pPr>
            <a:r>
              <a:rPr lang="en-US" sz="1800" dirty="0">
                <a:effectLst/>
                <a:latin typeface="Calibri" panose="020F0502020204030204" pitchFamily="34" charset="0"/>
                <a:ea typeface="Calibri" panose="020F0502020204030204" pitchFamily="34" charset="0"/>
              </a:rPr>
              <a:t>Support Vector Machine gives the best accuracy score without normalization. But after normalization there was an improvement in the Logistic Regression output. The betting accuracy of bookies was around 53% while the model created using SVM gave an accuracy of 61.29%. The accuracy can further increase if we could add more features like team form or player form. We could also add the twitter analysis for prediction. We could implement different model like </a:t>
            </a:r>
            <a:r>
              <a:rPr lang="en-US" sz="1800" dirty="0" err="1">
                <a:effectLst/>
                <a:latin typeface="Calibri" panose="020F0502020204030204" pitchFamily="34" charset="0"/>
                <a:ea typeface="Calibri" panose="020F0502020204030204" pitchFamily="34" charset="0"/>
              </a:rPr>
              <a:t>xgboost</a:t>
            </a:r>
            <a:r>
              <a:rPr lang="en-US" sz="1800" dirty="0">
                <a:effectLst/>
                <a:latin typeface="Calibri" panose="020F0502020204030204" pitchFamily="34" charset="0"/>
                <a:ea typeface="Calibri" panose="020F0502020204030204" pitchFamily="34" charset="0"/>
              </a:rPr>
              <a:t> with the same features which could improve the accuracy.</a:t>
            </a:r>
            <a:endParaRPr lang="en-IN" sz="1800" dirty="0">
              <a:effectLst/>
              <a:latin typeface="Calibri" panose="020F0502020204030204" pitchFamily="34" charset="0"/>
              <a:ea typeface="Calibri" panose="020F0502020204030204" pitchFamily="34" charset="0"/>
            </a:endParaRPr>
          </a:p>
          <a:p>
            <a:endParaRPr lang="en-IN" dirty="0"/>
          </a:p>
        </p:txBody>
      </p:sp>
    </p:spTree>
    <p:extLst>
      <p:ext uri="{BB962C8B-B14F-4D97-AF65-F5344CB8AC3E}">
        <p14:creationId xmlns:p14="http://schemas.microsoft.com/office/powerpoint/2010/main" val="1491964805"/>
      </p:ext>
    </p:extLst>
  </p:cSld>
  <p:clrMapOvr>
    <a:masterClrMapping/>
  </p:clrMapOvr>
  <mc:AlternateContent xmlns:mc="http://schemas.openxmlformats.org/markup-compatibility/2006" xmlns:p14="http://schemas.microsoft.com/office/powerpoint/2010/main">
    <mc:Choice Requires="p14">
      <p:transition spd="slow" p14:dur="1500">
        <p:strips dir="ld"/>
      </p:transition>
    </mc:Choice>
    <mc:Fallback xmlns="">
      <p:transition spd="slow">
        <p:strips dir="ld"/>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_rels/theme7.xml.rels><?xml version="1.0" encoding="UTF-8" standalone="yes"?>
<Relationships xmlns="http://schemas.openxmlformats.org/package/2006/relationships"><Relationship Id="rId1" Type="http://schemas.openxmlformats.org/officeDocument/2006/relationships/image" Target="../media/image1.jpeg"/></Relationships>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_rels/theme9.xml.rels><?xml version="1.0" encoding="UTF-8" standalone="yes"?>
<Relationships xmlns="http://schemas.openxmlformats.org/package/2006/relationships"><Relationship Id="rId1" Type="http://schemas.openxmlformats.org/officeDocument/2006/relationships/image" Target="../media/image1.jpeg"/></Relationships>
</file>

<file path=ppt/theme/_rels/theme10.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BC1C1C"/>
      </a:accent1>
      <a:accent2>
        <a:srgbClr val="F67534"/>
      </a:accent2>
      <a:accent3>
        <a:srgbClr val="EAAC35"/>
      </a:accent3>
      <a:accent4>
        <a:srgbClr val="9BAF68"/>
      </a:accent4>
      <a:accent5>
        <a:srgbClr val="68B9A6"/>
      </a:accent5>
      <a:accent6>
        <a:srgbClr val="50B1D4"/>
      </a:accent6>
      <a:hlink>
        <a:srgbClr val="E46416"/>
      </a:hlink>
      <a:folHlink>
        <a:srgbClr val="EE9340"/>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93B4CCAC-FD5A-4D59-B1AC-EAF45910B5A9}"/>
    </a:ext>
  </a:extLst>
</a:theme>
</file>

<file path=ppt/theme/theme2.xml><?xml version="1.0" encoding="utf-8"?>
<a:theme xmlns:a="http://schemas.openxmlformats.org/drawingml/2006/main" name="1_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3.xml><?xml version="1.0" encoding="utf-8"?>
<a:theme xmlns:a="http://schemas.openxmlformats.org/drawingml/2006/main" name="2_Parallax">
  <a:themeElements>
    <a:clrScheme name="Parallax">
      <a:dk1>
        <a:sysClr val="windowText" lastClr="000000"/>
      </a:dk1>
      <a:lt1>
        <a:sysClr val="window" lastClr="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1A9F9826-882C-40B9-8F38-5A3B8CFD196D}"/>
    </a:ext>
  </a:extLst>
</a:theme>
</file>

<file path=ppt/theme/theme4.xml><?xml version="1.0" encoding="utf-8"?>
<a:theme xmlns:a="http://schemas.openxmlformats.org/drawingml/2006/main" name="3_Parallax">
  <a:themeElements>
    <a:clrScheme name="Parallax">
      <a:dk1>
        <a:sysClr val="windowText" lastClr="000000"/>
      </a:dk1>
      <a:lt1>
        <a:sysClr val="window" lastClr="FFFFFF"/>
      </a:lt1>
      <a:dk2>
        <a:srgbClr val="212121"/>
      </a:dk2>
      <a:lt2>
        <a:srgbClr val="CDD0D1"/>
      </a:lt2>
      <a:accent1>
        <a:srgbClr val="EB8F22"/>
      </a:accent1>
      <a:accent2>
        <a:srgbClr val="CD4223"/>
      </a:accent2>
      <a:accent3>
        <a:srgbClr val="A89374"/>
      </a:accent3>
      <a:accent4>
        <a:srgbClr val="83AA67"/>
      </a:accent4>
      <a:accent5>
        <a:srgbClr val="4FA9C1"/>
      </a:accent5>
      <a:accent6>
        <a:srgbClr val="9390AF"/>
      </a:accent6>
      <a:hlink>
        <a:srgbClr val="EC7220"/>
      </a:hlink>
      <a:folHlink>
        <a:srgbClr val="F09355"/>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ppt/theme/theme5.xml><?xml version="1.0" encoding="utf-8"?>
<a:theme xmlns:a="http://schemas.openxmlformats.org/drawingml/2006/main" name="4_Parallax">
  <a:themeElements>
    <a:clrScheme name="Parallax">
      <a:dk1>
        <a:sysClr val="windowText" lastClr="000000"/>
      </a:dk1>
      <a:lt1>
        <a:sysClr val="window" lastClr="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1A9F9826-882C-40B9-8F38-5A3B8CFD196D}"/>
    </a:ext>
  </a:extLst>
</a:theme>
</file>

<file path=ppt/theme/theme6.xml><?xml version="1.0" encoding="utf-8"?>
<a:theme xmlns:a="http://schemas.openxmlformats.org/drawingml/2006/main" name="5_Parallax">
  <a:themeElements>
    <a:clrScheme name="Parallax">
      <a:dk1>
        <a:sysClr val="windowText" lastClr="000000"/>
      </a:dk1>
      <a:lt1>
        <a:sysClr val="window" lastClr="FFFFFF"/>
      </a:lt1>
      <a:dk2>
        <a:srgbClr val="212121"/>
      </a:dk2>
      <a:lt2>
        <a:srgbClr val="CDD0D1"/>
      </a:lt2>
      <a:accent1>
        <a:srgbClr val="BC1C1C"/>
      </a:accent1>
      <a:accent2>
        <a:srgbClr val="F67534"/>
      </a:accent2>
      <a:accent3>
        <a:srgbClr val="EAAC35"/>
      </a:accent3>
      <a:accent4>
        <a:srgbClr val="9BAF68"/>
      </a:accent4>
      <a:accent5>
        <a:srgbClr val="68B9A6"/>
      </a:accent5>
      <a:accent6>
        <a:srgbClr val="50B1D4"/>
      </a:accent6>
      <a:hlink>
        <a:srgbClr val="E46416"/>
      </a:hlink>
      <a:folHlink>
        <a:srgbClr val="EE9340"/>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93B4CCAC-FD5A-4D59-B1AC-EAF45910B5A9}"/>
    </a:ext>
  </a:extLst>
</a:theme>
</file>

<file path=ppt/theme/theme7.xml><?xml version="1.0" encoding="utf-8"?>
<a:theme xmlns:a="http://schemas.openxmlformats.org/drawingml/2006/main" name="6_Parallax">
  <a:themeElements>
    <a:clrScheme name="Parallax">
      <a:dk1>
        <a:sysClr val="windowText" lastClr="000000"/>
      </a:dk1>
      <a:lt1>
        <a:sysClr val="window" lastClr="FFFFFF"/>
      </a:lt1>
      <a:dk2>
        <a:srgbClr val="212121"/>
      </a:dk2>
      <a:lt2>
        <a:srgbClr val="CDD0D1"/>
      </a:lt2>
      <a:accent1>
        <a:srgbClr val="EB8F22"/>
      </a:accent1>
      <a:accent2>
        <a:srgbClr val="CD4223"/>
      </a:accent2>
      <a:accent3>
        <a:srgbClr val="A89374"/>
      </a:accent3>
      <a:accent4>
        <a:srgbClr val="83AA67"/>
      </a:accent4>
      <a:accent5>
        <a:srgbClr val="4FA9C1"/>
      </a:accent5>
      <a:accent6>
        <a:srgbClr val="9390AF"/>
      </a:accent6>
      <a:hlink>
        <a:srgbClr val="EC7220"/>
      </a:hlink>
      <a:folHlink>
        <a:srgbClr val="F09355"/>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ppt/theme/theme8.xml><?xml version="1.0" encoding="utf-8"?>
<a:theme xmlns:a="http://schemas.openxmlformats.org/drawingml/2006/main" name="7_Parallax">
  <a:themeElements>
    <a:clrScheme name="Parallax">
      <a:dk1>
        <a:sysClr val="windowText" lastClr="000000"/>
      </a:dk1>
      <a:lt1>
        <a:sysClr val="window" lastClr="FFFFFF"/>
      </a:lt1>
      <a:dk2>
        <a:srgbClr val="212121"/>
      </a:dk2>
      <a:lt2>
        <a:srgbClr val="CDD0D1"/>
      </a:lt2>
      <a:accent1>
        <a:srgbClr val="EB8F22"/>
      </a:accent1>
      <a:accent2>
        <a:srgbClr val="CD4223"/>
      </a:accent2>
      <a:accent3>
        <a:srgbClr val="A89374"/>
      </a:accent3>
      <a:accent4>
        <a:srgbClr val="83AA67"/>
      </a:accent4>
      <a:accent5>
        <a:srgbClr val="4FA9C1"/>
      </a:accent5>
      <a:accent6>
        <a:srgbClr val="9390AF"/>
      </a:accent6>
      <a:hlink>
        <a:srgbClr val="EC7220"/>
      </a:hlink>
      <a:folHlink>
        <a:srgbClr val="F09355"/>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ppt/theme/theme9.xml><?xml version="1.0" encoding="utf-8"?>
<a:theme xmlns:a="http://schemas.openxmlformats.org/drawingml/2006/main" name="8_Parallax">
  <a:themeElements>
    <a:clrScheme name="Parallax">
      <a:dk1>
        <a:sysClr val="windowText" lastClr="000000"/>
      </a:dk1>
      <a:lt1>
        <a:sysClr val="window" lastClr="FFFFFF"/>
      </a:lt1>
      <a:dk2>
        <a:srgbClr val="212121"/>
      </a:dk2>
      <a:lt2>
        <a:srgbClr val="CDD0D1"/>
      </a:lt2>
      <a:accent1>
        <a:srgbClr val="8BB434"/>
      </a:accent1>
      <a:accent2>
        <a:srgbClr val="33A583"/>
      </a:accent2>
      <a:accent3>
        <a:srgbClr val="3594B4"/>
      </a:accent3>
      <a:accent4>
        <a:srgbClr val="6063B4"/>
      </a:accent4>
      <a:accent5>
        <a:srgbClr val="D35731"/>
      </a:accent5>
      <a:accent6>
        <a:srgbClr val="EBAC4B"/>
      </a:accent6>
      <a:hlink>
        <a:srgbClr val="65AD30"/>
      </a:hlink>
      <a:folHlink>
        <a:srgbClr val="8ED25B"/>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1A9F9826-882C-40B9-8F38-5A3B8CFD196D}"/>
    </a:ext>
  </a:extLst>
</a:theme>
</file>

<file path=ppt/theme/theme10.xml><?xml version="1.0" encoding="utf-8"?>
<a:theme xmlns:a="http://schemas.openxmlformats.org/drawingml/2006/main" name="9_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TM02900722[[fn=Ion Boardroom]]</Template>
  <TotalTime>84</TotalTime>
  <Words>711</Words>
  <Application>Microsoft Office PowerPoint</Application>
  <PresentationFormat>Widescreen</PresentationFormat>
  <Paragraphs>40</Paragraphs>
  <Slides>18</Slides>
  <Notes>0</Notes>
  <HiddenSlides>0</HiddenSlides>
  <MMClips>0</MMClips>
  <ScaleCrop>false</ScaleCrop>
  <HeadingPairs>
    <vt:vector size="6" baseType="variant">
      <vt:variant>
        <vt:lpstr>Fonts Used</vt:lpstr>
      </vt:variant>
      <vt:variant>
        <vt:i4>4</vt:i4>
      </vt:variant>
      <vt:variant>
        <vt:lpstr>Theme</vt:lpstr>
      </vt:variant>
      <vt:variant>
        <vt:i4>10</vt:i4>
      </vt:variant>
      <vt:variant>
        <vt:lpstr>Slide Titles</vt:lpstr>
      </vt:variant>
      <vt:variant>
        <vt:i4>18</vt:i4>
      </vt:variant>
    </vt:vector>
  </HeadingPairs>
  <TitlesOfParts>
    <vt:vector size="32" baseType="lpstr">
      <vt:lpstr>Arial</vt:lpstr>
      <vt:lpstr>Arial Unicode MS</vt:lpstr>
      <vt:lpstr>Calibri</vt:lpstr>
      <vt:lpstr>Corbel</vt:lpstr>
      <vt:lpstr>Parallax</vt:lpstr>
      <vt:lpstr>1_Parallax</vt:lpstr>
      <vt:lpstr>2_Parallax</vt:lpstr>
      <vt:lpstr>3_Parallax</vt:lpstr>
      <vt:lpstr>4_Parallax</vt:lpstr>
      <vt:lpstr>5_Parallax</vt:lpstr>
      <vt:lpstr>6_Parallax</vt:lpstr>
      <vt:lpstr>7_Parallax</vt:lpstr>
      <vt:lpstr>8_Parallax</vt:lpstr>
      <vt:lpstr>9_Parallax</vt:lpstr>
      <vt:lpstr>Predicting Football Results Using Machine Learning Techniques</vt:lpstr>
      <vt:lpstr>Introduction </vt:lpstr>
      <vt:lpstr>Objectives </vt:lpstr>
      <vt:lpstr>Problem Statement: </vt:lpstr>
      <vt:lpstr>PowerPoint Presentation</vt:lpstr>
      <vt:lpstr>Methodology</vt:lpstr>
      <vt:lpstr>PowerPoint Presentation</vt:lpstr>
      <vt:lpstr>Dataset </vt:lpstr>
      <vt:lpstr>PowerPoint Presentation</vt:lpstr>
      <vt:lpstr>PowerPoint Presentation</vt:lpstr>
      <vt:lpstr>Countries                                             Leagues</vt:lpstr>
      <vt:lpstr> </vt:lpstr>
      <vt:lpstr>PowerPoint Presentation</vt:lpstr>
      <vt:lpstr>Plotting total goals scored each season </vt:lpstr>
      <vt:lpstr>Getting total number of goals                                                 Total number of goals scored                            in Away matches scored in Home matches                                                                </vt:lpstr>
      <vt:lpstr>Home goals and Away goals  </vt:lpstr>
      <vt:lpstr>PowerPoint Presentation</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Football Results Using Machine Learning Techniques</dc:title>
  <dc:creator>Harsha vardhan</dc:creator>
  <cp:lastModifiedBy>Harsha vardhan</cp:lastModifiedBy>
  <cp:revision>7</cp:revision>
  <dcterms:created xsi:type="dcterms:W3CDTF">2024-04-16T14:41:09Z</dcterms:created>
  <dcterms:modified xsi:type="dcterms:W3CDTF">2025-01-12T06:44:17Z</dcterms:modified>
</cp:coreProperties>
</file>